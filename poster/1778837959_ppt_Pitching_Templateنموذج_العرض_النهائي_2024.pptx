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4EEDC-111B-46DC-846B-2B8BAEAB49AF}" v="2" dt="2024-03-26T12:40:15.04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1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Sahab" userId="6b929e30ac58f1e2" providerId="LiveId" clId="{6B54EEDC-111B-46DC-846B-2B8BAEAB49AF}"/>
    <pc:docChg chg="custSel addSld modSld sldOrd">
      <pc:chgData name="Abdullah Sahab" userId="6b929e30ac58f1e2" providerId="LiveId" clId="{6B54EEDC-111B-46DC-846B-2B8BAEAB49AF}" dt="2024-03-26T12:53:41.745" v="502" actId="5793"/>
      <pc:docMkLst>
        <pc:docMk/>
      </pc:docMkLst>
      <pc:sldChg chg="ord">
        <pc:chgData name="Abdullah Sahab" userId="6b929e30ac58f1e2" providerId="LiveId" clId="{6B54EEDC-111B-46DC-846B-2B8BAEAB49AF}" dt="2024-03-26T12:39:27.088" v="2"/>
        <pc:sldMkLst>
          <pc:docMk/>
          <pc:sldMk cId="0" sldId="256"/>
        </pc:sldMkLst>
      </pc:sldChg>
      <pc:sldChg chg="addSp modSp new mod">
        <pc:chgData name="Abdullah Sahab" userId="6b929e30ac58f1e2" providerId="LiveId" clId="{6B54EEDC-111B-46DC-846B-2B8BAEAB49AF}" dt="2024-03-26T12:53:41.745" v="502" actId="5793"/>
        <pc:sldMkLst>
          <pc:docMk/>
          <pc:sldMk cId="1581637158" sldId="271"/>
        </pc:sldMkLst>
        <pc:spChg chg="add mod">
          <ac:chgData name="Abdullah Sahab" userId="6b929e30ac58f1e2" providerId="LiveId" clId="{6B54EEDC-111B-46DC-846B-2B8BAEAB49AF}" dt="2024-03-26T12:40:07.920" v="38" actId="13926"/>
          <ac:spMkLst>
            <pc:docMk/>
            <pc:sldMk cId="1581637158" sldId="271"/>
            <ac:spMk id="2" creationId="{79701EF6-E7F9-8028-7BB4-78B48A65DA6D}"/>
          </ac:spMkLst>
        </pc:spChg>
        <pc:spChg chg="add mod">
          <ac:chgData name="Abdullah Sahab" userId="6b929e30ac58f1e2" providerId="LiveId" clId="{6B54EEDC-111B-46DC-846B-2B8BAEAB49AF}" dt="2024-03-26T12:53:41.745" v="502" actId="5793"/>
          <ac:spMkLst>
            <pc:docMk/>
            <pc:sldMk cId="1581637158" sldId="271"/>
            <ac:spMk id="3" creationId="{8E102C4D-410C-7874-E36E-70D65143E44F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2997A5-EE3F-46A4-8DAF-06EA6855E19E}" type="doc">
      <dgm:prSet loTypeId="urn:microsoft.com/office/officeart/2005/8/layout/pictureOrgChart+Icon" loCatId="hierarchy" qsTypeId="urn:microsoft.com/office/officeart/2005/8/quickstyle/3d2" qsCatId="3D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DDACA24A-DEBD-47CD-A5BD-BA3EF29DA041}">
      <dgm:prSet phldrT="[Text]"/>
      <dgm:spPr/>
      <dgm:t>
        <a:bodyPr/>
        <a:lstStyle/>
        <a:p>
          <a:r>
            <a:rPr lang="ar-SA" dirty="0" err="1"/>
            <a:t>ممممم</a:t>
          </a:r>
          <a:endParaRPr lang="ar-SA" dirty="0"/>
        </a:p>
        <a:p>
          <a:r>
            <a:rPr lang="ar-SA" dirty="0"/>
            <a:t>رئيس تنفيذي</a:t>
          </a:r>
          <a:endParaRPr lang="en-GB" dirty="0"/>
        </a:p>
      </dgm:t>
    </dgm:pt>
    <dgm:pt modelId="{A001B7E2-4118-4994-91EE-CE611AAD0A22}" type="parTrans" cxnId="{94F2D0BA-5B22-48DB-8ECA-7200CAE09239}">
      <dgm:prSet/>
      <dgm:spPr/>
      <dgm:t>
        <a:bodyPr/>
        <a:lstStyle/>
        <a:p>
          <a:endParaRPr lang="en-GB"/>
        </a:p>
      </dgm:t>
    </dgm:pt>
    <dgm:pt modelId="{546EACED-6C62-4E0F-8EC9-47E20171D4BB}" type="sibTrans" cxnId="{94F2D0BA-5B22-48DB-8ECA-7200CAE09239}">
      <dgm:prSet/>
      <dgm:spPr/>
      <dgm:t>
        <a:bodyPr/>
        <a:lstStyle/>
        <a:p>
          <a:endParaRPr lang="en-GB"/>
        </a:p>
      </dgm:t>
    </dgm:pt>
    <dgm:pt modelId="{180BA461-B54C-4462-A43B-DEE82D4B5473}" type="asst">
      <dgm:prSet phldrT="[Text]"/>
      <dgm:spPr/>
      <dgm:t>
        <a:bodyPr/>
        <a:lstStyle/>
        <a:p>
          <a:r>
            <a:rPr lang="ar-SA" dirty="0" err="1"/>
            <a:t>عععععع</a:t>
          </a:r>
          <a:r>
            <a:rPr lang="ar-SA" dirty="0"/>
            <a:t> </a:t>
          </a:r>
        </a:p>
        <a:p>
          <a:r>
            <a:rPr lang="ar-SA" dirty="0"/>
            <a:t>منسق المشروع</a:t>
          </a:r>
          <a:endParaRPr lang="en-US" dirty="0"/>
        </a:p>
        <a:p>
          <a:r>
            <a:rPr lang="ar-SA" dirty="0"/>
            <a:t>خبرة 3 سنوات في الإدارة</a:t>
          </a:r>
          <a:endParaRPr lang="en-GB" dirty="0"/>
        </a:p>
      </dgm:t>
    </dgm:pt>
    <dgm:pt modelId="{B40F435C-3801-428C-B042-AD3B5593F545}" type="parTrans" cxnId="{E09F2BB6-7295-48FD-A1E9-6918D4232996}">
      <dgm:prSet/>
      <dgm:spPr/>
      <dgm:t>
        <a:bodyPr/>
        <a:lstStyle/>
        <a:p>
          <a:endParaRPr lang="en-GB"/>
        </a:p>
      </dgm:t>
    </dgm:pt>
    <dgm:pt modelId="{5103933E-BCB4-4A11-A342-7A46E8802A32}" type="sibTrans" cxnId="{E09F2BB6-7295-48FD-A1E9-6918D4232996}">
      <dgm:prSet/>
      <dgm:spPr/>
      <dgm:t>
        <a:bodyPr/>
        <a:lstStyle/>
        <a:p>
          <a:endParaRPr lang="en-GB"/>
        </a:p>
      </dgm:t>
    </dgm:pt>
    <dgm:pt modelId="{25373510-FF78-4994-8D29-382316C99902}">
      <dgm:prSet phldrT="[Text]"/>
      <dgm:spPr/>
      <dgm:t>
        <a:bodyPr/>
        <a:lstStyle/>
        <a:p>
          <a:r>
            <a:rPr lang="ar-SA" dirty="0" err="1"/>
            <a:t>ككككك</a:t>
          </a:r>
          <a:endParaRPr lang="ar-SA" dirty="0"/>
        </a:p>
        <a:p>
          <a:r>
            <a:rPr lang="ar-SA" dirty="0"/>
            <a:t>مديرة التسويق</a:t>
          </a:r>
          <a:endParaRPr lang="en-GB" dirty="0"/>
        </a:p>
      </dgm:t>
    </dgm:pt>
    <dgm:pt modelId="{3AA003F0-E309-45F0-8538-3943C8A501DD}" type="parTrans" cxnId="{D153F43F-B891-4592-979B-FBF246E69485}">
      <dgm:prSet/>
      <dgm:spPr/>
      <dgm:t>
        <a:bodyPr/>
        <a:lstStyle/>
        <a:p>
          <a:endParaRPr lang="en-GB"/>
        </a:p>
      </dgm:t>
    </dgm:pt>
    <dgm:pt modelId="{72650EC3-DD9E-481D-8A2D-F15FBB6EF905}" type="sibTrans" cxnId="{D153F43F-B891-4592-979B-FBF246E69485}">
      <dgm:prSet/>
      <dgm:spPr/>
      <dgm:t>
        <a:bodyPr/>
        <a:lstStyle/>
        <a:p>
          <a:endParaRPr lang="en-GB"/>
        </a:p>
      </dgm:t>
    </dgm:pt>
    <dgm:pt modelId="{8656E1A2-8423-4DDA-9ED6-3462D9DFC9A7}">
      <dgm:prSet phldrT="[Text]"/>
      <dgm:spPr/>
      <dgm:t>
        <a:bodyPr/>
        <a:lstStyle/>
        <a:p>
          <a:r>
            <a:rPr lang="ar-SA" dirty="0" err="1"/>
            <a:t>ححححح</a:t>
          </a:r>
          <a:endParaRPr lang="ar-SA" dirty="0"/>
        </a:p>
        <a:p>
          <a:r>
            <a:rPr lang="ar-SA" dirty="0"/>
            <a:t>مدير التقنية</a:t>
          </a:r>
          <a:endParaRPr lang="en-GB" dirty="0"/>
        </a:p>
      </dgm:t>
    </dgm:pt>
    <dgm:pt modelId="{8E7E8339-C622-4921-874D-CBAD32995D4C}" type="parTrans" cxnId="{5EFC2C09-ADD8-4249-A59E-F8504934FE29}">
      <dgm:prSet/>
      <dgm:spPr/>
      <dgm:t>
        <a:bodyPr/>
        <a:lstStyle/>
        <a:p>
          <a:endParaRPr lang="en-GB"/>
        </a:p>
      </dgm:t>
    </dgm:pt>
    <dgm:pt modelId="{98D5791D-EF78-48AC-8CEF-0CE764D56ADE}" type="sibTrans" cxnId="{5EFC2C09-ADD8-4249-A59E-F8504934FE29}">
      <dgm:prSet/>
      <dgm:spPr/>
      <dgm:t>
        <a:bodyPr/>
        <a:lstStyle/>
        <a:p>
          <a:endParaRPr lang="en-GB"/>
        </a:p>
      </dgm:t>
    </dgm:pt>
    <dgm:pt modelId="{DCCF19DC-77B9-4DAB-8E32-6DCCBE55E8E2}" type="asst">
      <dgm:prSet phldrT="[Text]"/>
      <dgm:spPr/>
      <dgm:t>
        <a:bodyPr/>
        <a:lstStyle/>
        <a:p>
          <a:endParaRPr lang="en-GB" dirty="0"/>
        </a:p>
      </dgm:t>
    </dgm:pt>
    <dgm:pt modelId="{02500F30-16DB-40BF-B633-9A9DAB8A5D29}" type="parTrans" cxnId="{944059D3-04BE-495E-AF21-FB2628B6BA43}">
      <dgm:prSet/>
      <dgm:spPr/>
      <dgm:t>
        <a:bodyPr/>
        <a:lstStyle/>
        <a:p>
          <a:endParaRPr lang="en-GB"/>
        </a:p>
      </dgm:t>
    </dgm:pt>
    <dgm:pt modelId="{26AFFCB0-BC53-4E8C-92BB-F341526E893F}" type="sibTrans" cxnId="{944059D3-04BE-495E-AF21-FB2628B6BA43}">
      <dgm:prSet/>
      <dgm:spPr/>
      <dgm:t>
        <a:bodyPr/>
        <a:lstStyle/>
        <a:p>
          <a:endParaRPr lang="en-GB"/>
        </a:p>
      </dgm:t>
    </dgm:pt>
    <dgm:pt modelId="{E50FBAE3-83D7-4E07-A820-69CF865EE69E}">
      <dgm:prSet phldrT="[Text]"/>
      <dgm:spPr/>
      <dgm:t>
        <a:bodyPr/>
        <a:lstStyle/>
        <a:p>
          <a:r>
            <a:rPr lang="ar-SA" dirty="0" err="1"/>
            <a:t>سسسس</a:t>
          </a:r>
          <a:r>
            <a:rPr lang="ar-SA" dirty="0"/>
            <a:t> مدير المبيعات</a:t>
          </a:r>
          <a:endParaRPr lang="en-GB" dirty="0"/>
        </a:p>
      </dgm:t>
    </dgm:pt>
    <dgm:pt modelId="{A396713B-BB76-41DA-B042-FFC9A8222E35}" type="sibTrans" cxnId="{6B1EF1F6-2D88-41DB-B46B-17C565B65779}">
      <dgm:prSet/>
      <dgm:spPr/>
      <dgm:t>
        <a:bodyPr/>
        <a:lstStyle/>
        <a:p>
          <a:endParaRPr lang="en-GB"/>
        </a:p>
      </dgm:t>
    </dgm:pt>
    <dgm:pt modelId="{25E773CA-F4DB-483A-8881-858B07C686E7}" type="parTrans" cxnId="{6B1EF1F6-2D88-41DB-B46B-17C565B65779}">
      <dgm:prSet/>
      <dgm:spPr/>
      <dgm:t>
        <a:bodyPr/>
        <a:lstStyle/>
        <a:p>
          <a:endParaRPr lang="en-GB"/>
        </a:p>
      </dgm:t>
    </dgm:pt>
    <dgm:pt modelId="{DC47BC9E-163A-49AE-9C1E-ADF34359F550}" type="pres">
      <dgm:prSet presAssocID="{202997A5-EE3F-46A4-8DAF-06EA6855E1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62066C7-9BB3-4543-9E38-AA28A4AD039B}" type="pres">
      <dgm:prSet presAssocID="{DDACA24A-DEBD-47CD-A5BD-BA3EF29DA041}" presName="hierRoot1" presStyleCnt="0">
        <dgm:presLayoutVars>
          <dgm:hierBranch val="init"/>
        </dgm:presLayoutVars>
      </dgm:prSet>
      <dgm:spPr/>
    </dgm:pt>
    <dgm:pt modelId="{A1C20458-85EC-47A0-B574-886C1CF0C80C}" type="pres">
      <dgm:prSet presAssocID="{DDACA24A-DEBD-47CD-A5BD-BA3EF29DA041}" presName="rootComposite1" presStyleCnt="0"/>
      <dgm:spPr/>
    </dgm:pt>
    <dgm:pt modelId="{964ED12A-8300-4672-8D82-B2938CAB7DF4}" type="pres">
      <dgm:prSet presAssocID="{DDACA24A-DEBD-47CD-A5BD-BA3EF29DA041}" presName="rootText1" presStyleLbl="node0" presStyleIdx="0" presStyleCnt="1">
        <dgm:presLayoutVars>
          <dgm:chPref val="3"/>
        </dgm:presLayoutVars>
      </dgm:prSet>
      <dgm:spPr/>
    </dgm:pt>
    <dgm:pt modelId="{C4A95E11-3FB3-4206-B08A-E3A28D77F642}" type="pres">
      <dgm:prSet presAssocID="{DDACA24A-DEBD-47CD-A5BD-BA3EF29DA041}" presName="rootPict1" presStyleLbl="align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25F1CD97-6CDB-4F5B-B263-5D628E15B0CC}" type="pres">
      <dgm:prSet presAssocID="{DDACA24A-DEBD-47CD-A5BD-BA3EF29DA041}" presName="rootConnector1" presStyleLbl="node1" presStyleIdx="0" presStyleCnt="0"/>
      <dgm:spPr/>
    </dgm:pt>
    <dgm:pt modelId="{1E6DA05F-04C5-4D37-A228-847CF2934E66}" type="pres">
      <dgm:prSet presAssocID="{DDACA24A-DEBD-47CD-A5BD-BA3EF29DA041}" presName="hierChild2" presStyleCnt="0"/>
      <dgm:spPr/>
    </dgm:pt>
    <dgm:pt modelId="{DA77D80C-DC64-4B87-9968-756FDCF1485E}" type="pres">
      <dgm:prSet presAssocID="{25E773CA-F4DB-483A-8881-858B07C686E7}" presName="Name37" presStyleLbl="parChTrans1D2" presStyleIdx="0" presStyleCnt="5"/>
      <dgm:spPr/>
    </dgm:pt>
    <dgm:pt modelId="{06F3DE34-6447-4E60-87B4-849161F94C15}" type="pres">
      <dgm:prSet presAssocID="{E50FBAE3-83D7-4E07-A820-69CF865EE69E}" presName="hierRoot2" presStyleCnt="0">
        <dgm:presLayoutVars>
          <dgm:hierBranch val="init"/>
        </dgm:presLayoutVars>
      </dgm:prSet>
      <dgm:spPr/>
    </dgm:pt>
    <dgm:pt modelId="{B39D875C-4036-437C-901D-0E7FBB1AC721}" type="pres">
      <dgm:prSet presAssocID="{E50FBAE3-83D7-4E07-A820-69CF865EE69E}" presName="rootComposite" presStyleCnt="0"/>
      <dgm:spPr/>
    </dgm:pt>
    <dgm:pt modelId="{0269E580-13E3-4735-A623-030179C0127E}" type="pres">
      <dgm:prSet presAssocID="{E50FBAE3-83D7-4E07-A820-69CF865EE69E}" presName="rootText" presStyleLbl="node2" presStyleIdx="0" presStyleCnt="3">
        <dgm:presLayoutVars>
          <dgm:chPref val="3"/>
        </dgm:presLayoutVars>
      </dgm:prSet>
      <dgm:spPr/>
    </dgm:pt>
    <dgm:pt modelId="{47F643E5-05F1-49D6-A74D-66B9887E40FA}" type="pres">
      <dgm:prSet presAssocID="{E50FBAE3-83D7-4E07-A820-69CF865EE69E}" presName="rootPict" presStyleLbl="alignImgPlace1" presStyleIdx="1" presStyleCnt="6"/>
      <dgm:spPr/>
    </dgm:pt>
    <dgm:pt modelId="{1AD2367A-CDB0-4817-A4DE-D1D124ADBFFD}" type="pres">
      <dgm:prSet presAssocID="{E50FBAE3-83D7-4E07-A820-69CF865EE69E}" presName="rootConnector" presStyleLbl="node2" presStyleIdx="0" presStyleCnt="3"/>
      <dgm:spPr/>
    </dgm:pt>
    <dgm:pt modelId="{EF75ACBF-F8B8-42B3-833D-1DDF94C1E019}" type="pres">
      <dgm:prSet presAssocID="{E50FBAE3-83D7-4E07-A820-69CF865EE69E}" presName="hierChild4" presStyleCnt="0"/>
      <dgm:spPr/>
    </dgm:pt>
    <dgm:pt modelId="{87B07D4C-4DB3-4DCC-A748-078FA8438D0B}" type="pres">
      <dgm:prSet presAssocID="{E50FBAE3-83D7-4E07-A820-69CF865EE69E}" presName="hierChild5" presStyleCnt="0"/>
      <dgm:spPr/>
    </dgm:pt>
    <dgm:pt modelId="{843DF41E-CDA8-4683-B121-AE7AF09F9D49}" type="pres">
      <dgm:prSet presAssocID="{3AA003F0-E309-45F0-8538-3943C8A501DD}" presName="Name37" presStyleLbl="parChTrans1D2" presStyleIdx="1" presStyleCnt="5"/>
      <dgm:spPr/>
    </dgm:pt>
    <dgm:pt modelId="{2899C47B-0D92-4667-BF41-9A4F214822E3}" type="pres">
      <dgm:prSet presAssocID="{25373510-FF78-4994-8D29-382316C99902}" presName="hierRoot2" presStyleCnt="0">
        <dgm:presLayoutVars>
          <dgm:hierBranch val="init"/>
        </dgm:presLayoutVars>
      </dgm:prSet>
      <dgm:spPr/>
    </dgm:pt>
    <dgm:pt modelId="{45B5CEC3-5104-4B4F-B91C-56912905913B}" type="pres">
      <dgm:prSet presAssocID="{25373510-FF78-4994-8D29-382316C99902}" presName="rootComposite" presStyleCnt="0"/>
      <dgm:spPr/>
    </dgm:pt>
    <dgm:pt modelId="{ED6C897E-B56F-4F92-80C1-ADBFCEC90EA9}" type="pres">
      <dgm:prSet presAssocID="{25373510-FF78-4994-8D29-382316C99902}" presName="rootText" presStyleLbl="node2" presStyleIdx="1" presStyleCnt="3">
        <dgm:presLayoutVars>
          <dgm:chPref val="3"/>
        </dgm:presLayoutVars>
      </dgm:prSet>
      <dgm:spPr/>
    </dgm:pt>
    <dgm:pt modelId="{E50CEF04-B3D6-4E2C-8C41-0EBAC347FFBC}" type="pres">
      <dgm:prSet presAssocID="{25373510-FF78-4994-8D29-382316C99902}" presName="rootPict" presStyleLbl="alignImgPlace1" presStyleIdx="2" presStyleCnt="6"/>
      <dgm:spPr/>
    </dgm:pt>
    <dgm:pt modelId="{1134C482-55A0-40E1-A0E5-3FEEE3C4D90A}" type="pres">
      <dgm:prSet presAssocID="{25373510-FF78-4994-8D29-382316C99902}" presName="rootConnector" presStyleLbl="node2" presStyleIdx="1" presStyleCnt="3"/>
      <dgm:spPr/>
    </dgm:pt>
    <dgm:pt modelId="{1048DC0C-CCCB-455F-9880-BD4A7CC2E6AA}" type="pres">
      <dgm:prSet presAssocID="{25373510-FF78-4994-8D29-382316C99902}" presName="hierChild4" presStyleCnt="0"/>
      <dgm:spPr/>
    </dgm:pt>
    <dgm:pt modelId="{EF8D6B05-0713-4295-8424-1277BF40F464}" type="pres">
      <dgm:prSet presAssocID="{25373510-FF78-4994-8D29-382316C99902}" presName="hierChild5" presStyleCnt="0"/>
      <dgm:spPr/>
    </dgm:pt>
    <dgm:pt modelId="{264ECBC1-B53F-4E44-8138-6558B55536D3}" type="pres">
      <dgm:prSet presAssocID="{8E7E8339-C622-4921-874D-CBAD32995D4C}" presName="Name37" presStyleLbl="parChTrans1D2" presStyleIdx="2" presStyleCnt="5"/>
      <dgm:spPr/>
    </dgm:pt>
    <dgm:pt modelId="{D04F4B7C-0E27-4720-8836-1386BF5CF5C4}" type="pres">
      <dgm:prSet presAssocID="{8656E1A2-8423-4DDA-9ED6-3462D9DFC9A7}" presName="hierRoot2" presStyleCnt="0">
        <dgm:presLayoutVars>
          <dgm:hierBranch val="init"/>
        </dgm:presLayoutVars>
      </dgm:prSet>
      <dgm:spPr/>
    </dgm:pt>
    <dgm:pt modelId="{D872CF6A-8D49-4272-9B6A-5CDE89B13195}" type="pres">
      <dgm:prSet presAssocID="{8656E1A2-8423-4DDA-9ED6-3462D9DFC9A7}" presName="rootComposite" presStyleCnt="0"/>
      <dgm:spPr/>
    </dgm:pt>
    <dgm:pt modelId="{4A96A478-FCBC-488C-845C-03B6EEF80AB2}" type="pres">
      <dgm:prSet presAssocID="{8656E1A2-8423-4DDA-9ED6-3462D9DFC9A7}" presName="rootText" presStyleLbl="node2" presStyleIdx="2" presStyleCnt="3">
        <dgm:presLayoutVars>
          <dgm:chPref val="3"/>
        </dgm:presLayoutVars>
      </dgm:prSet>
      <dgm:spPr/>
    </dgm:pt>
    <dgm:pt modelId="{565527CF-F406-4113-A9D5-63566BCEACA5}" type="pres">
      <dgm:prSet presAssocID="{8656E1A2-8423-4DDA-9ED6-3462D9DFC9A7}" presName="rootPict" presStyleLbl="alignImgPlace1" presStyleIdx="3" presStyleCnt="6"/>
      <dgm:spPr/>
    </dgm:pt>
    <dgm:pt modelId="{31EB5673-6842-4FF4-804F-41B47187F904}" type="pres">
      <dgm:prSet presAssocID="{8656E1A2-8423-4DDA-9ED6-3462D9DFC9A7}" presName="rootConnector" presStyleLbl="node2" presStyleIdx="2" presStyleCnt="3"/>
      <dgm:spPr/>
    </dgm:pt>
    <dgm:pt modelId="{EF00485E-1D67-435C-98EC-98B153443F29}" type="pres">
      <dgm:prSet presAssocID="{8656E1A2-8423-4DDA-9ED6-3462D9DFC9A7}" presName="hierChild4" presStyleCnt="0"/>
      <dgm:spPr/>
    </dgm:pt>
    <dgm:pt modelId="{D5E5B47A-D71A-4D3C-90D7-74E1DA3BE130}" type="pres">
      <dgm:prSet presAssocID="{8656E1A2-8423-4DDA-9ED6-3462D9DFC9A7}" presName="hierChild5" presStyleCnt="0"/>
      <dgm:spPr/>
    </dgm:pt>
    <dgm:pt modelId="{116A943E-6EFF-4AB4-B411-A785C221542C}" type="pres">
      <dgm:prSet presAssocID="{DDACA24A-DEBD-47CD-A5BD-BA3EF29DA041}" presName="hierChild3" presStyleCnt="0"/>
      <dgm:spPr/>
    </dgm:pt>
    <dgm:pt modelId="{537BCC73-A69D-4E1E-9BF2-7C7BED6085A0}" type="pres">
      <dgm:prSet presAssocID="{B40F435C-3801-428C-B042-AD3B5593F545}" presName="Name111" presStyleLbl="parChTrans1D2" presStyleIdx="3" presStyleCnt="5"/>
      <dgm:spPr/>
    </dgm:pt>
    <dgm:pt modelId="{37391831-DCE0-4B0C-948A-D7FA2A6ACCC5}" type="pres">
      <dgm:prSet presAssocID="{180BA461-B54C-4462-A43B-DEE82D4B5473}" presName="hierRoot3" presStyleCnt="0">
        <dgm:presLayoutVars>
          <dgm:hierBranch val="init"/>
        </dgm:presLayoutVars>
      </dgm:prSet>
      <dgm:spPr/>
    </dgm:pt>
    <dgm:pt modelId="{C5C30E9A-9B15-4FD4-ABE3-F89C1462510C}" type="pres">
      <dgm:prSet presAssocID="{180BA461-B54C-4462-A43B-DEE82D4B5473}" presName="rootComposite3" presStyleCnt="0"/>
      <dgm:spPr/>
    </dgm:pt>
    <dgm:pt modelId="{C0B19346-83DC-455F-A4C5-6B0938EA931A}" type="pres">
      <dgm:prSet presAssocID="{180BA461-B54C-4462-A43B-DEE82D4B5473}" presName="rootText3" presStyleLbl="asst1" presStyleIdx="0" presStyleCnt="2">
        <dgm:presLayoutVars>
          <dgm:chPref val="3"/>
        </dgm:presLayoutVars>
      </dgm:prSet>
      <dgm:spPr/>
    </dgm:pt>
    <dgm:pt modelId="{62BAAD94-2A8C-426E-831B-DCFC05A961CF}" type="pres">
      <dgm:prSet presAssocID="{180BA461-B54C-4462-A43B-DEE82D4B5473}" presName="rootPict3" presStyleLbl="alignImgPlace1" presStyleIdx="4" presStyleCnt="6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152FE85B-392A-4B60-B3AC-C76182F2DD2D}" type="pres">
      <dgm:prSet presAssocID="{180BA461-B54C-4462-A43B-DEE82D4B5473}" presName="rootConnector3" presStyleLbl="asst1" presStyleIdx="0" presStyleCnt="2"/>
      <dgm:spPr/>
    </dgm:pt>
    <dgm:pt modelId="{BFA738E1-9EE8-45E6-89CA-B40F6BB23FF6}" type="pres">
      <dgm:prSet presAssocID="{180BA461-B54C-4462-A43B-DEE82D4B5473}" presName="hierChild6" presStyleCnt="0"/>
      <dgm:spPr/>
    </dgm:pt>
    <dgm:pt modelId="{C0AE4ADB-0F7F-4F8B-A3E9-C49D30A2553F}" type="pres">
      <dgm:prSet presAssocID="{180BA461-B54C-4462-A43B-DEE82D4B5473}" presName="hierChild7" presStyleCnt="0"/>
      <dgm:spPr/>
    </dgm:pt>
    <dgm:pt modelId="{69D4B516-EC1C-44B0-9F03-FC42DECB8B6D}" type="pres">
      <dgm:prSet presAssocID="{02500F30-16DB-40BF-B633-9A9DAB8A5D29}" presName="Name111" presStyleLbl="parChTrans1D2" presStyleIdx="4" presStyleCnt="5"/>
      <dgm:spPr/>
    </dgm:pt>
    <dgm:pt modelId="{3F02CE7D-5A2A-4EE2-979D-538AD42C9AE0}" type="pres">
      <dgm:prSet presAssocID="{DCCF19DC-77B9-4DAB-8E32-6DCCBE55E8E2}" presName="hierRoot3" presStyleCnt="0">
        <dgm:presLayoutVars>
          <dgm:hierBranch val="init"/>
        </dgm:presLayoutVars>
      </dgm:prSet>
      <dgm:spPr/>
    </dgm:pt>
    <dgm:pt modelId="{87CA1539-029C-4DCE-BB82-BE796C35AB9A}" type="pres">
      <dgm:prSet presAssocID="{DCCF19DC-77B9-4DAB-8E32-6DCCBE55E8E2}" presName="rootComposite3" presStyleCnt="0"/>
      <dgm:spPr/>
    </dgm:pt>
    <dgm:pt modelId="{774D0C63-18DD-4936-AB30-C0C8BA0C8D1A}" type="pres">
      <dgm:prSet presAssocID="{DCCF19DC-77B9-4DAB-8E32-6DCCBE55E8E2}" presName="rootText3" presStyleLbl="asst1" presStyleIdx="1" presStyleCnt="2">
        <dgm:presLayoutVars>
          <dgm:chPref val="3"/>
        </dgm:presLayoutVars>
      </dgm:prSet>
      <dgm:spPr/>
    </dgm:pt>
    <dgm:pt modelId="{4C8AB448-3044-4937-A11A-1618EF12DEE5}" type="pres">
      <dgm:prSet presAssocID="{DCCF19DC-77B9-4DAB-8E32-6DCCBE55E8E2}" presName="rootPict3" presStyleLbl="alignImgPlace1" presStyleIdx="5" presStyleCnt="6"/>
      <dgm:spPr/>
    </dgm:pt>
    <dgm:pt modelId="{BF6DFE49-9933-4108-8341-B59421D7E0CF}" type="pres">
      <dgm:prSet presAssocID="{DCCF19DC-77B9-4DAB-8E32-6DCCBE55E8E2}" presName="rootConnector3" presStyleLbl="asst1" presStyleIdx="1" presStyleCnt="2"/>
      <dgm:spPr/>
    </dgm:pt>
    <dgm:pt modelId="{499B2F76-6607-4158-8163-7E014DFAE35B}" type="pres">
      <dgm:prSet presAssocID="{DCCF19DC-77B9-4DAB-8E32-6DCCBE55E8E2}" presName="hierChild6" presStyleCnt="0"/>
      <dgm:spPr/>
    </dgm:pt>
    <dgm:pt modelId="{EEC88B2C-3F56-466E-8F7B-51EC9010F3E1}" type="pres">
      <dgm:prSet presAssocID="{DCCF19DC-77B9-4DAB-8E32-6DCCBE55E8E2}" presName="hierChild7" presStyleCnt="0"/>
      <dgm:spPr/>
    </dgm:pt>
  </dgm:ptLst>
  <dgm:cxnLst>
    <dgm:cxn modelId="{5EFC2C09-ADD8-4249-A59E-F8504934FE29}" srcId="{DDACA24A-DEBD-47CD-A5BD-BA3EF29DA041}" destId="{8656E1A2-8423-4DDA-9ED6-3462D9DFC9A7}" srcOrd="4" destOrd="0" parTransId="{8E7E8339-C622-4921-874D-CBAD32995D4C}" sibTransId="{98D5791D-EF78-48AC-8CEF-0CE764D56ADE}"/>
    <dgm:cxn modelId="{CB3D0D3F-24B3-48E5-8DD9-3670AB2F49C6}" type="presOf" srcId="{25E773CA-F4DB-483A-8881-858B07C686E7}" destId="{DA77D80C-DC64-4B87-9968-756FDCF1485E}" srcOrd="0" destOrd="0" presId="urn:microsoft.com/office/officeart/2005/8/layout/pictureOrgChart+Icon"/>
    <dgm:cxn modelId="{D153F43F-B891-4592-979B-FBF246E69485}" srcId="{DDACA24A-DEBD-47CD-A5BD-BA3EF29DA041}" destId="{25373510-FF78-4994-8D29-382316C99902}" srcOrd="3" destOrd="0" parTransId="{3AA003F0-E309-45F0-8538-3943C8A501DD}" sibTransId="{72650EC3-DD9E-481D-8A2D-F15FBB6EF905}"/>
    <dgm:cxn modelId="{F9822749-8C20-4DEB-82E4-C53413F6285F}" type="presOf" srcId="{E50FBAE3-83D7-4E07-A820-69CF865EE69E}" destId="{1AD2367A-CDB0-4817-A4DE-D1D124ADBFFD}" srcOrd="1" destOrd="0" presId="urn:microsoft.com/office/officeart/2005/8/layout/pictureOrgChart+Icon"/>
    <dgm:cxn modelId="{F3A5546C-EE83-4BA6-AAF6-A134F83B2260}" type="presOf" srcId="{25373510-FF78-4994-8D29-382316C99902}" destId="{1134C482-55A0-40E1-A0E5-3FEEE3C4D90A}" srcOrd="1" destOrd="0" presId="urn:microsoft.com/office/officeart/2005/8/layout/pictureOrgChart+Icon"/>
    <dgm:cxn modelId="{176B4E4D-4294-49B3-A781-9938A6F39F91}" type="presOf" srcId="{DDACA24A-DEBD-47CD-A5BD-BA3EF29DA041}" destId="{25F1CD97-6CDB-4F5B-B263-5D628E15B0CC}" srcOrd="1" destOrd="0" presId="urn:microsoft.com/office/officeart/2005/8/layout/pictureOrgChart+Icon"/>
    <dgm:cxn modelId="{03F5317C-010C-4130-869A-A097119316A4}" type="presOf" srcId="{E50FBAE3-83D7-4E07-A820-69CF865EE69E}" destId="{0269E580-13E3-4735-A623-030179C0127E}" srcOrd="0" destOrd="0" presId="urn:microsoft.com/office/officeart/2005/8/layout/pictureOrgChart+Icon"/>
    <dgm:cxn modelId="{D75A6EAC-84F2-48F7-91DA-C9038C17E272}" type="presOf" srcId="{02500F30-16DB-40BF-B633-9A9DAB8A5D29}" destId="{69D4B516-EC1C-44B0-9F03-FC42DECB8B6D}" srcOrd="0" destOrd="0" presId="urn:microsoft.com/office/officeart/2005/8/layout/pictureOrgChart+Icon"/>
    <dgm:cxn modelId="{6F6EE3B4-D47E-47C2-94F6-9CEA0EB636E1}" type="presOf" srcId="{DCCF19DC-77B9-4DAB-8E32-6DCCBE55E8E2}" destId="{774D0C63-18DD-4936-AB30-C0C8BA0C8D1A}" srcOrd="0" destOrd="0" presId="urn:microsoft.com/office/officeart/2005/8/layout/pictureOrgChart+Icon"/>
    <dgm:cxn modelId="{E09F2BB6-7295-48FD-A1E9-6918D4232996}" srcId="{DDACA24A-DEBD-47CD-A5BD-BA3EF29DA041}" destId="{180BA461-B54C-4462-A43B-DEE82D4B5473}" srcOrd="0" destOrd="0" parTransId="{B40F435C-3801-428C-B042-AD3B5593F545}" sibTransId="{5103933E-BCB4-4A11-A342-7A46E8802A32}"/>
    <dgm:cxn modelId="{94F2D0BA-5B22-48DB-8ECA-7200CAE09239}" srcId="{202997A5-EE3F-46A4-8DAF-06EA6855E19E}" destId="{DDACA24A-DEBD-47CD-A5BD-BA3EF29DA041}" srcOrd="0" destOrd="0" parTransId="{A001B7E2-4118-4994-91EE-CE611AAD0A22}" sibTransId="{546EACED-6C62-4E0F-8EC9-47E20171D4BB}"/>
    <dgm:cxn modelId="{47D8C4BE-3133-4987-98CD-34D558CC8486}" type="presOf" srcId="{3AA003F0-E309-45F0-8538-3943C8A501DD}" destId="{843DF41E-CDA8-4683-B121-AE7AF09F9D49}" srcOrd="0" destOrd="0" presId="urn:microsoft.com/office/officeart/2005/8/layout/pictureOrgChart+Icon"/>
    <dgm:cxn modelId="{4D04C2C0-3AFE-4C1C-9C07-982636AAB4A0}" type="presOf" srcId="{8656E1A2-8423-4DDA-9ED6-3462D9DFC9A7}" destId="{4A96A478-FCBC-488C-845C-03B6EEF80AB2}" srcOrd="0" destOrd="0" presId="urn:microsoft.com/office/officeart/2005/8/layout/pictureOrgChart+Icon"/>
    <dgm:cxn modelId="{C1315FC2-6630-43C9-A37D-DE2A7FC6A365}" type="presOf" srcId="{DCCF19DC-77B9-4DAB-8E32-6DCCBE55E8E2}" destId="{BF6DFE49-9933-4108-8341-B59421D7E0CF}" srcOrd="1" destOrd="0" presId="urn:microsoft.com/office/officeart/2005/8/layout/pictureOrgChart+Icon"/>
    <dgm:cxn modelId="{CE8895C5-EE78-44A5-B1CC-5FFC7A0A2383}" type="presOf" srcId="{DDACA24A-DEBD-47CD-A5BD-BA3EF29DA041}" destId="{964ED12A-8300-4672-8D82-B2938CAB7DF4}" srcOrd="0" destOrd="0" presId="urn:microsoft.com/office/officeart/2005/8/layout/pictureOrgChart+Icon"/>
    <dgm:cxn modelId="{FC4BBBC9-C437-44E7-9FA8-399CB9C79AC8}" type="presOf" srcId="{25373510-FF78-4994-8D29-382316C99902}" destId="{ED6C897E-B56F-4F92-80C1-ADBFCEC90EA9}" srcOrd="0" destOrd="0" presId="urn:microsoft.com/office/officeart/2005/8/layout/pictureOrgChart+Icon"/>
    <dgm:cxn modelId="{FF32C6CC-3E1E-489B-9011-48AB524FD621}" type="presOf" srcId="{8E7E8339-C622-4921-874D-CBAD32995D4C}" destId="{264ECBC1-B53F-4E44-8138-6558B55536D3}" srcOrd="0" destOrd="0" presId="urn:microsoft.com/office/officeart/2005/8/layout/pictureOrgChart+Icon"/>
    <dgm:cxn modelId="{944059D3-04BE-495E-AF21-FB2628B6BA43}" srcId="{DDACA24A-DEBD-47CD-A5BD-BA3EF29DA041}" destId="{DCCF19DC-77B9-4DAB-8E32-6DCCBE55E8E2}" srcOrd="1" destOrd="0" parTransId="{02500F30-16DB-40BF-B633-9A9DAB8A5D29}" sibTransId="{26AFFCB0-BC53-4E8C-92BB-F341526E893F}"/>
    <dgm:cxn modelId="{C69287D5-BD17-40F1-B247-71D759631216}" type="presOf" srcId="{8656E1A2-8423-4DDA-9ED6-3462D9DFC9A7}" destId="{31EB5673-6842-4FF4-804F-41B47187F904}" srcOrd="1" destOrd="0" presId="urn:microsoft.com/office/officeart/2005/8/layout/pictureOrgChart+Icon"/>
    <dgm:cxn modelId="{9C4E9CDD-F36E-4ACA-8F43-76D69B46DEF5}" type="presOf" srcId="{180BA461-B54C-4462-A43B-DEE82D4B5473}" destId="{C0B19346-83DC-455F-A4C5-6B0938EA931A}" srcOrd="0" destOrd="0" presId="urn:microsoft.com/office/officeart/2005/8/layout/pictureOrgChart+Icon"/>
    <dgm:cxn modelId="{514C4FE3-50B0-4215-88A5-5E44D51ABFFA}" type="presOf" srcId="{180BA461-B54C-4462-A43B-DEE82D4B5473}" destId="{152FE85B-392A-4B60-B3AC-C76182F2DD2D}" srcOrd="1" destOrd="0" presId="urn:microsoft.com/office/officeart/2005/8/layout/pictureOrgChart+Icon"/>
    <dgm:cxn modelId="{3DD225F1-0129-4E4B-86FA-4DE6CE270856}" type="presOf" srcId="{202997A5-EE3F-46A4-8DAF-06EA6855E19E}" destId="{DC47BC9E-163A-49AE-9C1E-ADF34359F550}" srcOrd="0" destOrd="0" presId="urn:microsoft.com/office/officeart/2005/8/layout/pictureOrgChart+Icon"/>
    <dgm:cxn modelId="{6B1EF1F6-2D88-41DB-B46B-17C565B65779}" srcId="{DDACA24A-DEBD-47CD-A5BD-BA3EF29DA041}" destId="{E50FBAE3-83D7-4E07-A820-69CF865EE69E}" srcOrd="2" destOrd="0" parTransId="{25E773CA-F4DB-483A-8881-858B07C686E7}" sibTransId="{A396713B-BB76-41DA-B042-FFC9A8222E35}"/>
    <dgm:cxn modelId="{6BD7C7F7-C55E-4110-B841-7D2B85CD9B86}" type="presOf" srcId="{B40F435C-3801-428C-B042-AD3B5593F545}" destId="{537BCC73-A69D-4E1E-9BF2-7C7BED6085A0}" srcOrd="0" destOrd="0" presId="urn:microsoft.com/office/officeart/2005/8/layout/pictureOrgChart+Icon"/>
    <dgm:cxn modelId="{370D2132-E4F0-4DF2-8673-4278BC9E408A}" type="presParOf" srcId="{DC47BC9E-163A-49AE-9C1E-ADF34359F550}" destId="{D62066C7-9BB3-4543-9E38-AA28A4AD039B}" srcOrd="0" destOrd="0" presId="urn:microsoft.com/office/officeart/2005/8/layout/pictureOrgChart+Icon"/>
    <dgm:cxn modelId="{EED2F278-FBAC-46CB-B02F-82FB11486960}" type="presParOf" srcId="{D62066C7-9BB3-4543-9E38-AA28A4AD039B}" destId="{A1C20458-85EC-47A0-B574-886C1CF0C80C}" srcOrd="0" destOrd="0" presId="urn:microsoft.com/office/officeart/2005/8/layout/pictureOrgChart+Icon"/>
    <dgm:cxn modelId="{358491C0-E62E-4FE9-8913-862CBE540078}" type="presParOf" srcId="{A1C20458-85EC-47A0-B574-886C1CF0C80C}" destId="{964ED12A-8300-4672-8D82-B2938CAB7DF4}" srcOrd="0" destOrd="0" presId="urn:microsoft.com/office/officeart/2005/8/layout/pictureOrgChart+Icon"/>
    <dgm:cxn modelId="{22C951C3-F7E3-48EA-946C-AC22F3B07ACA}" type="presParOf" srcId="{A1C20458-85EC-47A0-B574-886C1CF0C80C}" destId="{C4A95E11-3FB3-4206-B08A-E3A28D77F642}" srcOrd="1" destOrd="0" presId="urn:microsoft.com/office/officeart/2005/8/layout/pictureOrgChart+Icon"/>
    <dgm:cxn modelId="{7000D377-866B-427B-8994-8F600422EE75}" type="presParOf" srcId="{A1C20458-85EC-47A0-B574-886C1CF0C80C}" destId="{25F1CD97-6CDB-4F5B-B263-5D628E15B0CC}" srcOrd="2" destOrd="0" presId="urn:microsoft.com/office/officeart/2005/8/layout/pictureOrgChart+Icon"/>
    <dgm:cxn modelId="{57205814-BE73-4E23-8BD8-11D2C9E454AD}" type="presParOf" srcId="{D62066C7-9BB3-4543-9E38-AA28A4AD039B}" destId="{1E6DA05F-04C5-4D37-A228-847CF2934E66}" srcOrd="1" destOrd="0" presId="urn:microsoft.com/office/officeart/2005/8/layout/pictureOrgChart+Icon"/>
    <dgm:cxn modelId="{56452248-F9C3-4A86-8540-E233542517B0}" type="presParOf" srcId="{1E6DA05F-04C5-4D37-A228-847CF2934E66}" destId="{DA77D80C-DC64-4B87-9968-756FDCF1485E}" srcOrd="0" destOrd="0" presId="urn:microsoft.com/office/officeart/2005/8/layout/pictureOrgChart+Icon"/>
    <dgm:cxn modelId="{C4E2D8D1-6C24-4872-BCAE-8389FF8A93DC}" type="presParOf" srcId="{1E6DA05F-04C5-4D37-A228-847CF2934E66}" destId="{06F3DE34-6447-4E60-87B4-849161F94C15}" srcOrd="1" destOrd="0" presId="urn:microsoft.com/office/officeart/2005/8/layout/pictureOrgChart+Icon"/>
    <dgm:cxn modelId="{3AB13B2A-6497-4B00-8334-5772E819DB5F}" type="presParOf" srcId="{06F3DE34-6447-4E60-87B4-849161F94C15}" destId="{B39D875C-4036-437C-901D-0E7FBB1AC721}" srcOrd="0" destOrd="0" presId="urn:microsoft.com/office/officeart/2005/8/layout/pictureOrgChart+Icon"/>
    <dgm:cxn modelId="{7710E691-F053-40B7-B2E1-460469702203}" type="presParOf" srcId="{B39D875C-4036-437C-901D-0E7FBB1AC721}" destId="{0269E580-13E3-4735-A623-030179C0127E}" srcOrd="0" destOrd="0" presId="urn:microsoft.com/office/officeart/2005/8/layout/pictureOrgChart+Icon"/>
    <dgm:cxn modelId="{F783F799-940B-4287-9F29-CA36D16AD28A}" type="presParOf" srcId="{B39D875C-4036-437C-901D-0E7FBB1AC721}" destId="{47F643E5-05F1-49D6-A74D-66B9887E40FA}" srcOrd="1" destOrd="0" presId="urn:microsoft.com/office/officeart/2005/8/layout/pictureOrgChart+Icon"/>
    <dgm:cxn modelId="{DE582F58-C7ED-4AA9-B14F-30104689861C}" type="presParOf" srcId="{B39D875C-4036-437C-901D-0E7FBB1AC721}" destId="{1AD2367A-CDB0-4817-A4DE-D1D124ADBFFD}" srcOrd="2" destOrd="0" presId="urn:microsoft.com/office/officeart/2005/8/layout/pictureOrgChart+Icon"/>
    <dgm:cxn modelId="{1527160D-113E-46CF-9468-AAD4AD5D945F}" type="presParOf" srcId="{06F3DE34-6447-4E60-87B4-849161F94C15}" destId="{EF75ACBF-F8B8-42B3-833D-1DDF94C1E019}" srcOrd="1" destOrd="0" presId="urn:microsoft.com/office/officeart/2005/8/layout/pictureOrgChart+Icon"/>
    <dgm:cxn modelId="{580EB010-C4FF-406B-A680-8ADA46BEB7F3}" type="presParOf" srcId="{06F3DE34-6447-4E60-87B4-849161F94C15}" destId="{87B07D4C-4DB3-4DCC-A748-078FA8438D0B}" srcOrd="2" destOrd="0" presId="urn:microsoft.com/office/officeart/2005/8/layout/pictureOrgChart+Icon"/>
    <dgm:cxn modelId="{8A34F787-6285-4CD0-8476-39A7C497B79E}" type="presParOf" srcId="{1E6DA05F-04C5-4D37-A228-847CF2934E66}" destId="{843DF41E-CDA8-4683-B121-AE7AF09F9D49}" srcOrd="2" destOrd="0" presId="urn:microsoft.com/office/officeart/2005/8/layout/pictureOrgChart+Icon"/>
    <dgm:cxn modelId="{11FD36D4-0016-49CF-8247-5B70630586BF}" type="presParOf" srcId="{1E6DA05F-04C5-4D37-A228-847CF2934E66}" destId="{2899C47B-0D92-4667-BF41-9A4F214822E3}" srcOrd="3" destOrd="0" presId="urn:microsoft.com/office/officeart/2005/8/layout/pictureOrgChart+Icon"/>
    <dgm:cxn modelId="{A6F70964-C256-4D0D-AC56-53A32D732DD8}" type="presParOf" srcId="{2899C47B-0D92-4667-BF41-9A4F214822E3}" destId="{45B5CEC3-5104-4B4F-B91C-56912905913B}" srcOrd="0" destOrd="0" presId="urn:microsoft.com/office/officeart/2005/8/layout/pictureOrgChart+Icon"/>
    <dgm:cxn modelId="{D07B96E6-F7C7-4EFF-A2AC-5D11692BF4A3}" type="presParOf" srcId="{45B5CEC3-5104-4B4F-B91C-56912905913B}" destId="{ED6C897E-B56F-4F92-80C1-ADBFCEC90EA9}" srcOrd="0" destOrd="0" presId="urn:microsoft.com/office/officeart/2005/8/layout/pictureOrgChart+Icon"/>
    <dgm:cxn modelId="{C1DC3DA3-A375-4C9A-BCAB-A4DE2B633D9E}" type="presParOf" srcId="{45B5CEC3-5104-4B4F-B91C-56912905913B}" destId="{E50CEF04-B3D6-4E2C-8C41-0EBAC347FFBC}" srcOrd="1" destOrd="0" presId="urn:microsoft.com/office/officeart/2005/8/layout/pictureOrgChart+Icon"/>
    <dgm:cxn modelId="{3AA3DAA9-61FC-48A9-99DD-40C266F14339}" type="presParOf" srcId="{45B5CEC3-5104-4B4F-B91C-56912905913B}" destId="{1134C482-55A0-40E1-A0E5-3FEEE3C4D90A}" srcOrd="2" destOrd="0" presId="urn:microsoft.com/office/officeart/2005/8/layout/pictureOrgChart+Icon"/>
    <dgm:cxn modelId="{BA104273-D350-4D27-82FB-9B2653CE4A70}" type="presParOf" srcId="{2899C47B-0D92-4667-BF41-9A4F214822E3}" destId="{1048DC0C-CCCB-455F-9880-BD4A7CC2E6AA}" srcOrd="1" destOrd="0" presId="urn:microsoft.com/office/officeart/2005/8/layout/pictureOrgChart+Icon"/>
    <dgm:cxn modelId="{C1511057-6B22-421E-8AC8-4DA843D285C7}" type="presParOf" srcId="{2899C47B-0D92-4667-BF41-9A4F214822E3}" destId="{EF8D6B05-0713-4295-8424-1277BF40F464}" srcOrd="2" destOrd="0" presId="urn:microsoft.com/office/officeart/2005/8/layout/pictureOrgChart+Icon"/>
    <dgm:cxn modelId="{B4EE2A1F-95BE-4C9F-8C63-54216CAD5E9A}" type="presParOf" srcId="{1E6DA05F-04C5-4D37-A228-847CF2934E66}" destId="{264ECBC1-B53F-4E44-8138-6558B55536D3}" srcOrd="4" destOrd="0" presId="urn:microsoft.com/office/officeart/2005/8/layout/pictureOrgChart+Icon"/>
    <dgm:cxn modelId="{8E3E7F63-9503-46C1-AA47-1D28BEA6E88E}" type="presParOf" srcId="{1E6DA05F-04C5-4D37-A228-847CF2934E66}" destId="{D04F4B7C-0E27-4720-8836-1386BF5CF5C4}" srcOrd="5" destOrd="0" presId="urn:microsoft.com/office/officeart/2005/8/layout/pictureOrgChart+Icon"/>
    <dgm:cxn modelId="{81C3C131-4568-4358-9ABA-2C715EC2C563}" type="presParOf" srcId="{D04F4B7C-0E27-4720-8836-1386BF5CF5C4}" destId="{D872CF6A-8D49-4272-9B6A-5CDE89B13195}" srcOrd="0" destOrd="0" presId="urn:microsoft.com/office/officeart/2005/8/layout/pictureOrgChart+Icon"/>
    <dgm:cxn modelId="{D262A0D1-53CF-4CF1-A6B5-9356968D83F3}" type="presParOf" srcId="{D872CF6A-8D49-4272-9B6A-5CDE89B13195}" destId="{4A96A478-FCBC-488C-845C-03B6EEF80AB2}" srcOrd="0" destOrd="0" presId="urn:microsoft.com/office/officeart/2005/8/layout/pictureOrgChart+Icon"/>
    <dgm:cxn modelId="{091B8854-582A-4CCA-AAB7-87FE944EC7FA}" type="presParOf" srcId="{D872CF6A-8D49-4272-9B6A-5CDE89B13195}" destId="{565527CF-F406-4113-A9D5-63566BCEACA5}" srcOrd="1" destOrd="0" presId="urn:microsoft.com/office/officeart/2005/8/layout/pictureOrgChart+Icon"/>
    <dgm:cxn modelId="{8DD6EBD6-AFFE-4ABA-9306-E04DCBBBC4C5}" type="presParOf" srcId="{D872CF6A-8D49-4272-9B6A-5CDE89B13195}" destId="{31EB5673-6842-4FF4-804F-41B47187F904}" srcOrd="2" destOrd="0" presId="urn:microsoft.com/office/officeart/2005/8/layout/pictureOrgChart+Icon"/>
    <dgm:cxn modelId="{D77CD2EE-9F18-47A0-81A6-A4663F77664C}" type="presParOf" srcId="{D04F4B7C-0E27-4720-8836-1386BF5CF5C4}" destId="{EF00485E-1D67-435C-98EC-98B153443F29}" srcOrd="1" destOrd="0" presId="urn:microsoft.com/office/officeart/2005/8/layout/pictureOrgChart+Icon"/>
    <dgm:cxn modelId="{1E085EDF-B6AB-4BA5-9455-6FF7DE3D93D9}" type="presParOf" srcId="{D04F4B7C-0E27-4720-8836-1386BF5CF5C4}" destId="{D5E5B47A-D71A-4D3C-90D7-74E1DA3BE130}" srcOrd="2" destOrd="0" presId="urn:microsoft.com/office/officeart/2005/8/layout/pictureOrgChart+Icon"/>
    <dgm:cxn modelId="{6D1F288C-0695-4F83-8E47-9352E932D210}" type="presParOf" srcId="{D62066C7-9BB3-4543-9E38-AA28A4AD039B}" destId="{116A943E-6EFF-4AB4-B411-A785C221542C}" srcOrd="2" destOrd="0" presId="urn:microsoft.com/office/officeart/2005/8/layout/pictureOrgChart+Icon"/>
    <dgm:cxn modelId="{980A23F7-9B07-4946-B245-0D8F413EDA32}" type="presParOf" srcId="{116A943E-6EFF-4AB4-B411-A785C221542C}" destId="{537BCC73-A69D-4E1E-9BF2-7C7BED6085A0}" srcOrd="0" destOrd="0" presId="urn:microsoft.com/office/officeart/2005/8/layout/pictureOrgChart+Icon"/>
    <dgm:cxn modelId="{7B9FF47E-8926-4D9F-893C-A609C5376481}" type="presParOf" srcId="{116A943E-6EFF-4AB4-B411-A785C221542C}" destId="{37391831-DCE0-4B0C-948A-D7FA2A6ACCC5}" srcOrd="1" destOrd="0" presId="urn:microsoft.com/office/officeart/2005/8/layout/pictureOrgChart+Icon"/>
    <dgm:cxn modelId="{B349ADA6-23AD-4376-BE5B-12A2EEB066F7}" type="presParOf" srcId="{37391831-DCE0-4B0C-948A-D7FA2A6ACCC5}" destId="{C5C30E9A-9B15-4FD4-ABE3-F89C1462510C}" srcOrd="0" destOrd="0" presId="urn:microsoft.com/office/officeart/2005/8/layout/pictureOrgChart+Icon"/>
    <dgm:cxn modelId="{6DE48D2A-0594-43DB-9372-2386A598AE24}" type="presParOf" srcId="{C5C30E9A-9B15-4FD4-ABE3-F89C1462510C}" destId="{C0B19346-83DC-455F-A4C5-6B0938EA931A}" srcOrd="0" destOrd="0" presId="urn:microsoft.com/office/officeart/2005/8/layout/pictureOrgChart+Icon"/>
    <dgm:cxn modelId="{4136FE78-BEDE-4289-B6A4-7EA38A5A5D4F}" type="presParOf" srcId="{C5C30E9A-9B15-4FD4-ABE3-F89C1462510C}" destId="{62BAAD94-2A8C-426E-831B-DCFC05A961CF}" srcOrd="1" destOrd="0" presId="urn:microsoft.com/office/officeart/2005/8/layout/pictureOrgChart+Icon"/>
    <dgm:cxn modelId="{94DE3B47-1772-46AD-BEF5-4D27E57236F1}" type="presParOf" srcId="{C5C30E9A-9B15-4FD4-ABE3-F89C1462510C}" destId="{152FE85B-392A-4B60-B3AC-C76182F2DD2D}" srcOrd="2" destOrd="0" presId="urn:microsoft.com/office/officeart/2005/8/layout/pictureOrgChart+Icon"/>
    <dgm:cxn modelId="{21873A7B-58A7-4413-BF76-146A7AD052AD}" type="presParOf" srcId="{37391831-DCE0-4B0C-948A-D7FA2A6ACCC5}" destId="{BFA738E1-9EE8-45E6-89CA-B40F6BB23FF6}" srcOrd="1" destOrd="0" presId="urn:microsoft.com/office/officeart/2005/8/layout/pictureOrgChart+Icon"/>
    <dgm:cxn modelId="{434ADA62-DBF4-417D-B72A-C80FF7F3F5D0}" type="presParOf" srcId="{37391831-DCE0-4B0C-948A-D7FA2A6ACCC5}" destId="{C0AE4ADB-0F7F-4F8B-A3E9-C49D30A2553F}" srcOrd="2" destOrd="0" presId="urn:microsoft.com/office/officeart/2005/8/layout/pictureOrgChart+Icon"/>
    <dgm:cxn modelId="{4EC40C51-0AEB-4262-BFC5-7E129E3F87EB}" type="presParOf" srcId="{116A943E-6EFF-4AB4-B411-A785C221542C}" destId="{69D4B516-EC1C-44B0-9F03-FC42DECB8B6D}" srcOrd="2" destOrd="0" presId="urn:microsoft.com/office/officeart/2005/8/layout/pictureOrgChart+Icon"/>
    <dgm:cxn modelId="{741EBBCB-2E84-4E2A-BE0B-057066C11EAF}" type="presParOf" srcId="{116A943E-6EFF-4AB4-B411-A785C221542C}" destId="{3F02CE7D-5A2A-4EE2-979D-538AD42C9AE0}" srcOrd="3" destOrd="0" presId="urn:microsoft.com/office/officeart/2005/8/layout/pictureOrgChart+Icon"/>
    <dgm:cxn modelId="{DF3E6E41-E8B1-4772-AA0D-0B0A022236E1}" type="presParOf" srcId="{3F02CE7D-5A2A-4EE2-979D-538AD42C9AE0}" destId="{87CA1539-029C-4DCE-BB82-BE796C35AB9A}" srcOrd="0" destOrd="0" presId="urn:microsoft.com/office/officeart/2005/8/layout/pictureOrgChart+Icon"/>
    <dgm:cxn modelId="{55A4CE43-4927-4C4A-B0C4-A4600C3C82E0}" type="presParOf" srcId="{87CA1539-029C-4DCE-BB82-BE796C35AB9A}" destId="{774D0C63-18DD-4936-AB30-C0C8BA0C8D1A}" srcOrd="0" destOrd="0" presId="urn:microsoft.com/office/officeart/2005/8/layout/pictureOrgChart+Icon"/>
    <dgm:cxn modelId="{69D2B21F-CD01-42AD-99FF-8CA0F5D8CFB8}" type="presParOf" srcId="{87CA1539-029C-4DCE-BB82-BE796C35AB9A}" destId="{4C8AB448-3044-4937-A11A-1618EF12DEE5}" srcOrd="1" destOrd="0" presId="urn:microsoft.com/office/officeart/2005/8/layout/pictureOrgChart+Icon"/>
    <dgm:cxn modelId="{5E187D02-386D-4603-991F-33EF115FB8E6}" type="presParOf" srcId="{87CA1539-029C-4DCE-BB82-BE796C35AB9A}" destId="{BF6DFE49-9933-4108-8341-B59421D7E0CF}" srcOrd="2" destOrd="0" presId="urn:microsoft.com/office/officeart/2005/8/layout/pictureOrgChart+Icon"/>
    <dgm:cxn modelId="{AE989A7F-261D-4B13-951D-8A997E840428}" type="presParOf" srcId="{3F02CE7D-5A2A-4EE2-979D-538AD42C9AE0}" destId="{499B2F76-6607-4158-8163-7E014DFAE35B}" srcOrd="1" destOrd="0" presId="urn:microsoft.com/office/officeart/2005/8/layout/pictureOrgChart+Icon"/>
    <dgm:cxn modelId="{746069A4-902A-4FAF-8993-D3146FD57534}" type="presParOf" srcId="{3F02CE7D-5A2A-4EE2-979D-538AD42C9AE0}" destId="{EEC88B2C-3F56-466E-8F7B-51EC9010F3E1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4B516-EC1C-44B0-9F03-FC42DECB8B6D}">
      <dsp:nvSpPr>
        <dsp:cNvPr id="0" name=""/>
        <dsp:cNvSpPr/>
      </dsp:nvSpPr>
      <dsp:spPr>
        <a:xfrm>
          <a:off x="4064000" y="1616240"/>
          <a:ext cx="249510" cy="1093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3092"/>
              </a:lnTo>
              <a:lnTo>
                <a:pt x="249510" y="1093092"/>
              </a:lnTo>
            </a:path>
          </a:pathLst>
        </a:custGeom>
        <a:noFill/>
        <a:ln w="19050" cap="rnd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BCC73-A69D-4E1E-9BF2-7C7BED6085A0}">
      <dsp:nvSpPr>
        <dsp:cNvPr id="0" name=""/>
        <dsp:cNvSpPr/>
      </dsp:nvSpPr>
      <dsp:spPr>
        <a:xfrm>
          <a:off x="3814489" y="1616240"/>
          <a:ext cx="249510" cy="1093092"/>
        </a:xfrm>
        <a:custGeom>
          <a:avLst/>
          <a:gdLst/>
          <a:ahLst/>
          <a:cxnLst/>
          <a:rect l="0" t="0" r="0" b="0"/>
          <a:pathLst>
            <a:path>
              <a:moveTo>
                <a:pt x="249510" y="0"/>
              </a:moveTo>
              <a:lnTo>
                <a:pt x="249510" y="1093092"/>
              </a:lnTo>
              <a:lnTo>
                <a:pt x="0" y="1093092"/>
              </a:lnTo>
            </a:path>
          </a:pathLst>
        </a:custGeom>
        <a:noFill/>
        <a:ln w="19050" cap="rnd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4ECBC1-B53F-4E44-8138-6558B55536D3}">
      <dsp:nvSpPr>
        <dsp:cNvPr id="0" name=""/>
        <dsp:cNvSpPr/>
      </dsp:nvSpPr>
      <dsp:spPr>
        <a:xfrm>
          <a:off x="406400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6675"/>
              </a:lnTo>
              <a:lnTo>
                <a:pt x="2875309" y="1936675"/>
              </a:lnTo>
              <a:lnTo>
                <a:pt x="2875309" y="2186185"/>
              </a:lnTo>
            </a:path>
          </a:pathLst>
        </a:custGeom>
        <a:noFill/>
        <a:ln w="19050" cap="rnd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3DF41E-CDA8-4683-B121-AE7AF09F9D49}">
      <dsp:nvSpPr>
        <dsp:cNvPr id="0" name=""/>
        <dsp:cNvSpPr/>
      </dsp:nvSpPr>
      <dsp:spPr>
        <a:xfrm>
          <a:off x="4018280" y="1616240"/>
          <a:ext cx="91440" cy="21861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6185"/>
              </a:lnTo>
            </a:path>
          </a:pathLst>
        </a:custGeom>
        <a:noFill/>
        <a:ln w="19050" cap="rnd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77D80C-DC64-4B87-9968-756FDCF1485E}">
      <dsp:nvSpPr>
        <dsp:cNvPr id="0" name=""/>
        <dsp:cNvSpPr/>
      </dsp:nvSpPr>
      <dsp:spPr>
        <a:xfrm>
          <a:off x="118869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1936675"/>
              </a:lnTo>
              <a:lnTo>
                <a:pt x="0" y="1936675"/>
              </a:lnTo>
              <a:lnTo>
                <a:pt x="0" y="2186185"/>
              </a:lnTo>
            </a:path>
          </a:pathLst>
        </a:custGeom>
        <a:noFill/>
        <a:ln w="19050" cap="rnd" cmpd="sng" algn="ctr">
          <a:solidFill>
            <a:schemeClr val="accent2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4ED12A-8300-4672-8D82-B2938CAB7DF4}">
      <dsp:nvSpPr>
        <dsp:cNvPr id="0" name=""/>
        <dsp:cNvSpPr/>
      </dsp:nvSpPr>
      <dsp:spPr>
        <a:xfrm>
          <a:off x="2875855" y="428096"/>
          <a:ext cx="2376289" cy="1188144"/>
        </a:xfrm>
        <a:prstGeom prst="rect">
          <a:avLst/>
        </a:prstGeom>
        <a:gradFill rotWithShape="0">
          <a:gsLst>
            <a:gs pos="0">
              <a:schemeClr val="accent2">
                <a:shade val="6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6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 err="1"/>
            <a:t>ممممم</a:t>
          </a:r>
          <a:endParaRPr lang="ar-SA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/>
            <a:t>رئيس تنفيذي</a:t>
          </a:r>
          <a:endParaRPr lang="en-GB" sz="1700" kern="1200" dirty="0"/>
        </a:p>
      </dsp:txBody>
      <dsp:txXfrm>
        <a:off x="2875855" y="428096"/>
        <a:ext cx="2376289" cy="1188144"/>
      </dsp:txXfrm>
    </dsp:sp>
    <dsp:sp modelId="{C4A95E11-3FB3-4206-B08A-E3A28D77F642}">
      <dsp:nvSpPr>
        <dsp:cNvPr id="0" name=""/>
        <dsp:cNvSpPr/>
      </dsp:nvSpPr>
      <dsp:spPr>
        <a:xfrm>
          <a:off x="2994669" y="546910"/>
          <a:ext cx="712886" cy="950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9E580-13E3-4735-A623-030179C0127E}">
      <dsp:nvSpPr>
        <dsp:cNvPr id="0" name=""/>
        <dsp:cNvSpPr/>
      </dsp:nvSpPr>
      <dsp:spPr>
        <a:xfrm>
          <a:off x="545" y="3802426"/>
          <a:ext cx="2376289" cy="1188144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 err="1"/>
            <a:t>سسسس</a:t>
          </a:r>
          <a:r>
            <a:rPr lang="ar-SA" sz="1700" kern="1200" dirty="0"/>
            <a:t> مدير المبيعات</a:t>
          </a:r>
          <a:endParaRPr lang="en-GB" sz="1700" kern="1200" dirty="0"/>
        </a:p>
      </dsp:txBody>
      <dsp:txXfrm>
        <a:off x="545" y="3802426"/>
        <a:ext cx="2376289" cy="1188144"/>
      </dsp:txXfrm>
    </dsp:sp>
    <dsp:sp modelId="{47F643E5-05F1-49D6-A74D-66B9887E40FA}">
      <dsp:nvSpPr>
        <dsp:cNvPr id="0" name=""/>
        <dsp:cNvSpPr/>
      </dsp:nvSpPr>
      <dsp:spPr>
        <a:xfrm>
          <a:off x="119360" y="3921240"/>
          <a:ext cx="712886" cy="950515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-298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C897E-B56F-4F92-80C1-ADBFCEC90EA9}">
      <dsp:nvSpPr>
        <dsp:cNvPr id="0" name=""/>
        <dsp:cNvSpPr/>
      </dsp:nvSpPr>
      <dsp:spPr>
        <a:xfrm>
          <a:off x="2875855" y="3802426"/>
          <a:ext cx="2376289" cy="1188144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 err="1"/>
            <a:t>ككككك</a:t>
          </a:r>
          <a:endParaRPr lang="ar-SA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/>
            <a:t>مديرة التسويق</a:t>
          </a:r>
          <a:endParaRPr lang="en-GB" sz="1700" kern="1200" dirty="0"/>
        </a:p>
      </dsp:txBody>
      <dsp:txXfrm>
        <a:off x="2875855" y="3802426"/>
        <a:ext cx="2376289" cy="1188144"/>
      </dsp:txXfrm>
    </dsp:sp>
    <dsp:sp modelId="{E50CEF04-B3D6-4E2C-8C41-0EBAC347FFBC}">
      <dsp:nvSpPr>
        <dsp:cNvPr id="0" name=""/>
        <dsp:cNvSpPr/>
      </dsp:nvSpPr>
      <dsp:spPr>
        <a:xfrm>
          <a:off x="2994669" y="3921240"/>
          <a:ext cx="712886" cy="950515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-59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96A478-FCBC-488C-845C-03B6EEF80AB2}">
      <dsp:nvSpPr>
        <dsp:cNvPr id="0" name=""/>
        <dsp:cNvSpPr/>
      </dsp:nvSpPr>
      <dsp:spPr>
        <a:xfrm>
          <a:off x="5751165" y="3802426"/>
          <a:ext cx="2376289" cy="1188144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 err="1"/>
            <a:t>ححححح</a:t>
          </a:r>
          <a:endParaRPr lang="ar-SA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/>
            <a:t>مدير التقنية</a:t>
          </a:r>
          <a:endParaRPr lang="en-GB" sz="1700" kern="1200" dirty="0"/>
        </a:p>
      </dsp:txBody>
      <dsp:txXfrm>
        <a:off x="5751165" y="3802426"/>
        <a:ext cx="2376289" cy="1188144"/>
      </dsp:txXfrm>
    </dsp:sp>
    <dsp:sp modelId="{565527CF-F406-4113-A9D5-63566BCEACA5}">
      <dsp:nvSpPr>
        <dsp:cNvPr id="0" name=""/>
        <dsp:cNvSpPr/>
      </dsp:nvSpPr>
      <dsp:spPr>
        <a:xfrm>
          <a:off x="5869979" y="3921240"/>
          <a:ext cx="712886" cy="950515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-894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19346-83DC-455F-A4C5-6B0938EA931A}">
      <dsp:nvSpPr>
        <dsp:cNvPr id="0" name=""/>
        <dsp:cNvSpPr/>
      </dsp:nvSpPr>
      <dsp:spPr>
        <a:xfrm>
          <a:off x="1438200" y="2115261"/>
          <a:ext cx="2376289" cy="1188144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 err="1"/>
            <a:t>عععععع</a:t>
          </a:r>
          <a:r>
            <a:rPr lang="ar-SA" sz="1700" kern="1200" dirty="0"/>
            <a:t>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/>
            <a:t>منسق المشروع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700" kern="1200" dirty="0"/>
            <a:t>خبرة 3 سنوات في الإدارة</a:t>
          </a:r>
          <a:endParaRPr lang="en-GB" sz="1700" kern="1200" dirty="0"/>
        </a:p>
      </dsp:txBody>
      <dsp:txXfrm>
        <a:off x="1438200" y="2115261"/>
        <a:ext cx="2376289" cy="1188144"/>
      </dsp:txXfrm>
    </dsp:sp>
    <dsp:sp modelId="{62BAAD94-2A8C-426E-831B-DCFC05A961CF}">
      <dsp:nvSpPr>
        <dsp:cNvPr id="0" name=""/>
        <dsp:cNvSpPr/>
      </dsp:nvSpPr>
      <dsp:spPr>
        <a:xfrm>
          <a:off x="1557015" y="2234075"/>
          <a:ext cx="712886" cy="950515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D0C63-18DD-4936-AB30-C0C8BA0C8D1A}">
      <dsp:nvSpPr>
        <dsp:cNvPr id="0" name=""/>
        <dsp:cNvSpPr/>
      </dsp:nvSpPr>
      <dsp:spPr>
        <a:xfrm>
          <a:off x="4313510" y="2115261"/>
          <a:ext cx="2376289" cy="1188144"/>
        </a:xfrm>
        <a:prstGeom prst="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dirty="0"/>
        </a:p>
      </dsp:txBody>
      <dsp:txXfrm>
        <a:off x="4313510" y="2115261"/>
        <a:ext cx="2376289" cy="1188144"/>
      </dsp:txXfrm>
    </dsp:sp>
    <dsp:sp modelId="{4C8AB448-3044-4937-A11A-1618EF12DEE5}">
      <dsp:nvSpPr>
        <dsp:cNvPr id="0" name=""/>
        <dsp:cNvSpPr/>
      </dsp:nvSpPr>
      <dsp:spPr>
        <a:xfrm>
          <a:off x="4432324" y="2234075"/>
          <a:ext cx="712886" cy="950515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-149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Picture Organization Chart"/>
  <dgm:desc val="Use to show hierarchical information or reporting relationships in an organization, with corresponding pictures. The assistant shape and the Org Chart hanging layouts are available with this layout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" name="Shape 18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5073540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6" name="Shape 1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>
                <a:latin typeface="+mn-lt"/>
                <a:ea typeface="+mn-ea"/>
                <a:cs typeface="+mn-cs"/>
                <a:sym typeface="Helvetica"/>
              </a:defRPr>
            </a:pPr>
            <a:r>
              <a:t>Company Purpose/Description</a:t>
            </a:r>
          </a:p>
          <a:p>
            <a:r>
              <a:t>The purpose or vision slide is a quick overview of your company. Why does your company exist? Develop one sentence that describes what your company does. </a:t>
            </a:r>
          </a:p>
          <a:p>
            <a:endParaRPr/>
          </a:p>
          <a:p>
            <a:r>
              <a:t>Read more on page 477 of your book.</a:t>
            </a:r>
          </a:p>
        </p:txBody>
      </p:sp>
    </p:spTree>
    <p:extLst>
      <p:ext uri="{BB962C8B-B14F-4D97-AF65-F5344CB8AC3E}">
        <p14:creationId xmlns:p14="http://schemas.microsoft.com/office/powerpoint/2010/main" val="301812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203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23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919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2525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8055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13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0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8816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58481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10715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13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25300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0893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21478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6820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1307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86558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4267201"/>
            <a:ext cx="10515600" cy="190976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Title Text"/>
          <p:cNvSpPr txBox="1">
            <a:spLocks noGrp="1"/>
          </p:cNvSpPr>
          <p:nvPr>
            <p:ph type="title"/>
          </p:nvPr>
        </p:nvSpPr>
        <p:spPr>
          <a:xfrm>
            <a:off x="838200" y="1203325"/>
            <a:ext cx="10515600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Title Text</a:t>
            </a:r>
          </a:p>
        </p:txBody>
      </p:sp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321626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icture Placeholder 5"/>
          <p:cNvSpPr>
            <a:spLocks noGrp="1"/>
          </p:cNvSpPr>
          <p:nvPr>
            <p:ph type="pic" idx="13"/>
          </p:nvPr>
        </p:nvSpPr>
        <p:spPr>
          <a:xfrm>
            <a:off x="838200" y="603315"/>
            <a:ext cx="10515601" cy="545812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644094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 rtl="0"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509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rPr lang="ar-SA" smtClean="0"/>
              <a:pPr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225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701EF6-E7F9-8028-7BB4-78B48A65DA6D}"/>
              </a:ext>
            </a:extLst>
          </p:cNvPr>
          <p:cNvSpPr txBox="1"/>
          <p:nvPr/>
        </p:nvSpPr>
        <p:spPr>
          <a:xfrm>
            <a:off x="3937396" y="728750"/>
            <a:ext cx="491673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sz="2400" b="1" dirty="0">
                <a:highlight>
                  <a:srgbClr val="FFFF00"/>
                </a:highlight>
              </a:rPr>
              <a:t>تعليمات العرض النهائي للمشروع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02C4D-410C-7874-E36E-70D65143E44F}"/>
              </a:ext>
            </a:extLst>
          </p:cNvPr>
          <p:cNvSpPr txBox="1"/>
          <p:nvPr/>
        </p:nvSpPr>
        <p:spPr>
          <a:xfrm>
            <a:off x="1274445" y="1875186"/>
            <a:ext cx="9939138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عمل قالب للعرض يتماشى مع الفكرة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 err="1"/>
              <a:t>إستخدام</a:t>
            </a:r>
            <a:r>
              <a:rPr lang="ar-SA" dirty="0"/>
              <a:t> الشرائح التالية كمرشد للعرض ومتطلباته ويجب أن يتم تنسيق العرض على هذا الأساس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الأسئلة موضوعة للتوضيح عن المطلوب في هذه الشريحة وليست للإجابة المباشرة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يجب تصميم شعار للمشروع واستخدامه في العرض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يجب استخدام اسم تجاري للمشروع مختصر لا يتجاوز 3 كلمات وتعبر عن المشروع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يمكن إضافة معلومات أو شرائح للعرض ولكن يجب الأخذ في عين الاعتبار ان جميع الشرائح ستعرض بين 3-4 دقائق فقط</a:t>
            </a:r>
          </a:p>
          <a:p>
            <a:pPr algn="r" rtl="1"/>
            <a:endParaRPr lang="ar-SA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A" dirty="0"/>
          </a:p>
          <a:p>
            <a:pPr algn="r" rtl="1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8163715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3"/>
          <p:cNvSpPr txBox="1"/>
          <p:nvPr/>
        </p:nvSpPr>
        <p:spPr>
          <a:xfrm>
            <a:off x="6914548" y="4277946"/>
            <a:ext cx="3846898" cy="1429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 rtl="1">
              <a:lnSpc>
                <a:spcPct val="150000"/>
              </a:lnSpc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dirty="0"/>
              <a:t>اسم العارض / العارضين</a:t>
            </a:r>
          </a:p>
          <a:p>
            <a:pPr algn="r" rtl="1">
              <a:lnSpc>
                <a:spcPct val="150000"/>
              </a:lnSpc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dirty="0"/>
              <a:t>وظيفة العارض</a:t>
            </a:r>
            <a:endParaRPr dirty="0"/>
          </a:p>
          <a:p>
            <a:pPr algn="r" rtl="1">
              <a:lnSpc>
                <a:spcPct val="150000"/>
              </a:lnSpc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dirty="0"/>
              <a:t>ارقام التواصل او الايميل</a:t>
            </a:r>
            <a:endParaRPr dirty="0"/>
          </a:p>
        </p:txBody>
      </p:sp>
      <p:sp>
        <p:nvSpPr>
          <p:cNvPr id="191" name="Title 1"/>
          <p:cNvSpPr txBox="1"/>
          <p:nvPr/>
        </p:nvSpPr>
        <p:spPr>
          <a:xfrm>
            <a:off x="883919" y="1127489"/>
            <a:ext cx="10424161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>
            <a:lvl1pPr algn="ctr" defTabSz="914400" rtl="1">
              <a:lnSpc>
                <a:spcPct val="90000"/>
              </a:lnSpc>
              <a:defRPr sz="4400"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rPr lang="ar-SA" dirty="0"/>
              <a:t>اسم المشروع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F105394-8536-D7BA-86C7-8C7827E94554}"/>
              </a:ext>
            </a:extLst>
          </p:cNvPr>
          <p:cNvSpPr/>
          <p:nvPr/>
        </p:nvSpPr>
        <p:spPr>
          <a:xfrm>
            <a:off x="3440430" y="3577590"/>
            <a:ext cx="2446020" cy="212997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/>
              <a:t>شعار المشروع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ontent Placeholder 2"/>
          <p:cNvSpPr txBox="1"/>
          <p:nvPr/>
        </p:nvSpPr>
        <p:spPr>
          <a:xfrm>
            <a:off x="5531370" y="2951569"/>
            <a:ext cx="6310860" cy="2627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r" defTabSz="914400" rtl="1">
              <a:lnSpc>
                <a:spcPct val="150000"/>
              </a:lnSpc>
              <a:spcBef>
                <a:spcPts val="1000"/>
              </a:spcBef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sz="2400" b="1" dirty="0"/>
              <a:t>وصف مبسط عن المشروع لا يتجاوز </a:t>
            </a:r>
          </a:p>
          <a:p>
            <a:pPr algn="r" defTabSz="914400" rtl="1">
              <a:lnSpc>
                <a:spcPct val="150000"/>
              </a:lnSpc>
              <a:spcBef>
                <a:spcPts val="1000"/>
              </a:spcBef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sz="2400" b="1" dirty="0"/>
              <a:t>100 كلمة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F787BAE-F9ED-43C5-6970-153031B9247F}"/>
              </a:ext>
            </a:extLst>
          </p:cNvPr>
          <p:cNvSpPr/>
          <p:nvPr/>
        </p:nvSpPr>
        <p:spPr>
          <a:xfrm>
            <a:off x="1891665" y="1960245"/>
            <a:ext cx="3914775" cy="29889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dirty="0"/>
              <a:t>صورة توضيحية للمشروع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2201560" y="3663138"/>
            <a:ext cx="8093679" cy="1279566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150000"/>
              </a:lnSpc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dirty="0"/>
              <a:t>وصف احتياجات العملاء للخدمة أو المنتج </a:t>
            </a:r>
            <a:endParaRPr dirty="0"/>
          </a:p>
        </p:txBody>
      </p:sp>
      <p:sp>
        <p:nvSpPr>
          <p:cNvPr id="199" name="Title 1"/>
          <p:cNvSpPr txBox="1"/>
          <p:nvPr/>
        </p:nvSpPr>
        <p:spPr>
          <a:xfrm>
            <a:off x="1036319" y="1277645"/>
            <a:ext cx="10424161" cy="676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 lnSpcReduction="10000"/>
          </a:bodyPr>
          <a:lstStyle>
            <a:lvl1pPr algn="ctr" defTabSz="914400" rtl="1">
              <a:lnSpc>
                <a:spcPct val="90000"/>
              </a:lnSpc>
              <a:defRPr sz="4400"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rPr lang="ar-SA" sz="4400" dirty="0">
                <a:solidFill>
                  <a:schemeClr val="accent3"/>
                </a:solidFill>
              </a:rPr>
              <a:t>احتياج العميل الأول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 1"/>
          <p:cNvSpPr txBox="1"/>
          <p:nvPr/>
        </p:nvSpPr>
        <p:spPr>
          <a:xfrm>
            <a:off x="883919" y="2224216"/>
            <a:ext cx="10424161" cy="225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pPr algn="ctr" defTabSz="914400" rtl="1">
              <a:lnSpc>
                <a:spcPct val="150000"/>
              </a:lnSpc>
              <a:defRPr sz="4400"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pPr>
            <a:r>
              <a:t>الحل</a:t>
            </a:r>
            <a:endParaRPr sz="6000"/>
          </a:p>
          <a:p>
            <a:pPr algn="ctr" defTabSz="914400" rtl="1">
              <a:lnSpc>
                <a:spcPct val="150000"/>
              </a:lnSpc>
              <a:defRPr sz="44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t>القيمة المقدمة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t>لماذا الآن؟</a:t>
            </a:r>
          </a:p>
        </p:txBody>
      </p:sp>
      <p:sp>
        <p:nvSpPr>
          <p:cNvPr id="204" name="Content Placeholder 2"/>
          <p:cNvSpPr txBox="1"/>
          <p:nvPr/>
        </p:nvSpPr>
        <p:spPr>
          <a:xfrm>
            <a:off x="2247280" y="3663138"/>
            <a:ext cx="8002238" cy="127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r" defTabSz="914400" rtl="1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535353"/>
                </a:solidFill>
                <a:latin typeface="29LT Azer Extra Light"/>
                <a:ea typeface="29LT Azer Extra Light"/>
                <a:cs typeface="29LT Azer Extra Light"/>
                <a:sym typeface="29LT Azer Extra Light"/>
              </a:defRPr>
            </a:lvl1pPr>
          </a:lstStyle>
          <a:p>
            <a:r>
              <a:rPr lang="ar-SA" dirty="0"/>
              <a:t>لماذا الآن ؟!</a:t>
            </a:r>
          </a:p>
          <a:p>
            <a:r>
              <a:rPr lang="ar-SA" dirty="0"/>
              <a:t>و هل السوق متعطش ام متشبع</a:t>
            </a:r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 3"/>
          <p:cNvSpPr txBox="1">
            <a:spLocks noGrp="1"/>
          </p:cNvSpPr>
          <p:nvPr>
            <p:ph type="title"/>
          </p:nvPr>
        </p:nvSpPr>
        <p:spPr>
          <a:xfrm>
            <a:off x="6982046" y="1203325"/>
            <a:ext cx="4371753" cy="13255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rPr lang="ar-SA" dirty="0"/>
              <a:t>دراسة </a:t>
            </a:r>
            <a:r>
              <a:rPr dirty="0" err="1"/>
              <a:t>السوق</a:t>
            </a:r>
            <a:endParaRPr dirty="0"/>
          </a:p>
        </p:txBody>
      </p:sp>
      <p:sp>
        <p:nvSpPr>
          <p:cNvPr id="207" name="Content Placeholder 2"/>
          <p:cNvSpPr txBox="1"/>
          <p:nvPr/>
        </p:nvSpPr>
        <p:spPr>
          <a:xfrm>
            <a:off x="3794760" y="3663138"/>
            <a:ext cx="6454758" cy="127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r" defTabSz="914400" rtl="1">
              <a:lnSpc>
                <a:spcPct val="150000"/>
              </a:lnSpc>
              <a:spcBef>
                <a:spcPts val="1000"/>
              </a:spcBef>
              <a:defRPr sz="2000">
                <a:latin typeface="29LT Azer Extra Light"/>
                <a:ea typeface="29LT Azer Extra Light"/>
                <a:cs typeface="29LT Azer Extra Light"/>
                <a:sym typeface="29LT Azer Extra Light"/>
              </a:defRPr>
            </a:lvl1pPr>
          </a:lstStyle>
          <a:p>
            <a:r>
              <a:rPr lang="ar-SA" dirty="0"/>
              <a:t>وضع بعض الأرقام التي تبين حاجة السوق للخدمة أو المنتج و بعض البيانات و التقارير المعلنة</a:t>
            </a:r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roup 152">
            <a:extLst>
              <a:ext uri="{FF2B5EF4-FFF2-40B4-BE49-F238E27FC236}">
                <a16:creationId xmlns:a16="http://schemas.microsoft.com/office/drawing/2014/main" id="{0884F175-9D23-496E-80AC-F3D2FD541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2D4B7B8-5AFE-4B32-A805-72EC571E6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757D13B2-7A74-4788-8689-5EDB2DA86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23">
              <a:extLst>
                <a:ext uri="{FF2B5EF4-FFF2-40B4-BE49-F238E27FC236}">
                  <a16:creationId xmlns:a16="http://schemas.microsoft.com/office/drawing/2014/main" id="{66964837-B2CC-483D-BEDA-4BB1901BC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57" name="Rectangle 25">
              <a:extLst>
                <a:ext uri="{FF2B5EF4-FFF2-40B4-BE49-F238E27FC236}">
                  <a16:creationId xmlns:a16="http://schemas.microsoft.com/office/drawing/2014/main" id="{77D4E216-8B6C-4A3B-AF75-3016320F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58" name="Isosceles Triangle 157">
              <a:extLst>
                <a:ext uri="{FF2B5EF4-FFF2-40B4-BE49-F238E27FC236}">
                  <a16:creationId xmlns:a16="http://schemas.microsoft.com/office/drawing/2014/main" id="{CDD4EA12-82D2-47D7-8742-8F4746AA6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59" name="Rectangle 27">
              <a:extLst>
                <a:ext uri="{FF2B5EF4-FFF2-40B4-BE49-F238E27FC236}">
                  <a16:creationId xmlns:a16="http://schemas.microsoft.com/office/drawing/2014/main" id="{115B7F7E-4C23-429B-A947-A5B436DB2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60" name="Rectangle 28">
              <a:extLst>
                <a:ext uri="{FF2B5EF4-FFF2-40B4-BE49-F238E27FC236}">
                  <a16:creationId xmlns:a16="http://schemas.microsoft.com/office/drawing/2014/main" id="{A6B03A29-0A21-40D4-87E4-3C41D6F54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61" name="Rectangle 29">
              <a:extLst>
                <a:ext uri="{FF2B5EF4-FFF2-40B4-BE49-F238E27FC236}">
                  <a16:creationId xmlns:a16="http://schemas.microsoft.com/office/drawing/2014/main" id="{6C871F60-4E5A-449A-B6D8-1F58C12E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62" name="Isosceles Triangle 161">
              <a:extLst>
                <a:ext uri="{FF2B5EF4-FFF2-40B4-BE49-F238E27FC236}">
                  <a16:creationId xmlns:a16="http://schemas.microsoft.com/office/drawing/2014/main" id="{3182795B-2BFA-4D7B-BE85-701A73E2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810B9E5C-2AE2-4B4E-916F-F954F2AA8A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ar-SA"/>
            </a:p>
          </p:txBody>
        </p:sp>
      </p:grpSp>
      <p:sp>
        <p:nvSpPr>
          <p:cNvPr id="209" name="Title 3"/>
          <p:cNvSpPr txBox="1">
            <a:spLocks noGrp="1"/>
          </p:cNvSpPr>
          <p:nvPr>
            <p:ph type="title"/>
          </p:nvPr>
        </p:nvSpPr>
        <p:spPr>
          <a:xfrm>
            <a:off x="3320415" y="609600"/>
            <a:ext cx="5953587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pPr algn="l"/>
            <a:r>
              <a:rPr lang="ar-SA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وصف العملاء المستهدفين</a:t>
            </a:r>
            <a:endParaRPr lang="en-US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0" name="Content Placeholder 2"/>
          <p:cNvSpPr txBox="1"/>
          <p:nvPr/>
        </p:nvSpPr>
        <p:spPr>
          <a:xfrm>
            <a:off x="1955800" y="2160589"/>
            <a:ext cx="7318202" cy="38807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algn="r" rt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000"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مثلا أفراد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B2C </a:t>
            </a: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أو منظمات فتكون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B2B</a:t>
            </a:r>
          </a:p>
          <a:p>
            <a:pPr algn="r" rtl="1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  <a:defRPr sz="2000"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ar-SA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توضيح أهم عينة للعملاء ( الشباب – الفتيات – الطلاب – المتقاعدين – ربات المنازل ...... )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 3"/>
          <p:cNvSpPr txBox="1">
            <a:spLocks noGrp="1"/>
          </p:cNvSpPr>
          <p:nvPr>
            <p:ph type="title"/>
          </p:nvPr>
        </p:nvSpPr>
        <p:spPr>
          <a:xfrm>
            <a:off x="2152650" y="658813"/>
            <a:ext cx="7886700" cy="132556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t>الخريطة التنافسية</a:t>
            </a:r>
          </a:p>
        </p:txBody>
      </p:sp>
      <p:graphicFrame>
        <p:nvGraphicFramePr>
          <p:cNvPr id="213" name="Table 4"/>
          <p:cNvGraphicFramePr/>
          <p:nvPr>
            <p:extLst>
              <p:ext uri="{D42A27DB-BD31-4B8C-83A1-F6EECF244321}">
                <p14:modId xmlns:p14="http://schemas.microsoft.com/office/powerpoint/2010/main" val="4101501426"/>
              </p:ext>
            </p:extLst>
          </p:nvPr>
        </p:nvGraphicFramePr>
        <p:xfrm>
          <a:off x="1229193" y="1439055"/>
          <a:ext cx="9917888" cy="4486809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2479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9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619">
                <a:tc>
                  <a:txBody>
                    <a:bodyPr/>
                    <a:lstStyle/>
                    <a:p>
                      <a:pPr indent="457200" algn="ctr" defTabSz="755932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ar-SA" sz="15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29LT Azer Bold"/>
                        </a:rPr>
                        <a:t>شركتنا</a:t>
                      </a:r>
                      <a:endParaRPr sz="15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0" marR="0" lvl="0" indent="4572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ar-SA" sz="15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29LT Azer Bold"/>
                        </a:rPr>
                        <a:t>منافس</a:t>
                      </a:r>
                      <a:r>
                        <a:rPr lang="en-US" sz="15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29LT Azer Bold"/>
                        </a:rPr>
                        <a:t> 2</a:t>
                      </a:r>
                      <a:endParaRPr sz="15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755932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ar-SA" sz="15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  <a:sym typeface="29LT Azer Bold"/>
                        </a:rPr>
                        <a:t>منافس 1</a:t>
                      </a:r>
                      <a:endParaRPr sz="15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ar-SA" sz="1500" dirty="0">
                          <a:solidFill>
                            <a:sysClr val="windowText" lastClr="000000"/>
                          </a:solidFill>
                          <a:sym typeface="29LT Azer Bold"/>
                        </a:rPr>
                        <a:t>المنافسين</a:t>
                      </a:r>
                      <a:endParaRPr sz="1500" dirty="0">
                        <a:solidFill>
                          <a:sysClr val="windowText" lastClr="0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لخدمة توصيل منزلي </a:t>
                      </a: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مثلا</a:t>
                      </a:r>
                    </a:p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محل تجاري </a:t>
                      </a: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مثلا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موقع الكتروني </a:t>
                      </a: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مثلا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lang="ar-SA" sz="1500" dirty="0">
                          <a:solidFill>
                            <a:sysClr val="windowText" lastClr="000000"/>
                          </a:solidFill>
                          <a:sym typeface="29LT Azer Bold"/>
                        </a:rPr>
                        <a:t>الطريقة لتقديم الخدمة</a:t>
                      </a:r>
                      <a:endParaRPr sz="1500" dirty="0">
                        <a:solidFill>
                          <a:sysClr val="windowText" lastClr="0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886"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عرض خدمة الرئيسية </a:t>
                      </a: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مثلا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عرض الخدمة الرئيسية </a:t>
                      </a: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مثلا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عرض خدمة شامل مع التغليف </a:t>
                      </a: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مثلا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lang="ar-SA" sz="1500" dirty="0">
                          <a:solidFill>
                            <a:srgbClr val="C00000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rPr>
                        <a:t>هل لديهم عروض معينة</a:t>
                      </a:r>
                      <a:endParaRPr sz="1500" dirty="0">
                        <a:solidFill>
                          <a:srgbClr val="C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50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30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10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ysClr val="windowText" lastClr="000000"/>
                          </a:solidFill>
                          <a:sym typeface="29LT Azer Bold"/>
                        </a:rPr>
                        <a:t>أسعار</a:t>
                      </a:r>
                      <a:r>
                        <a:rPr sz="1500" dirty="0">
                          <a:solidFill>
                            <a:sysClr val="windowText" lastClr="000000"/>
                          </a:solidFill>
                          <a:sym typeface="29LT Azer Bold"/>
                        </a:rPr>
                        <a:t> </a:t>
                      </a:r>
                      <a:r>
                        <a:rPr lang="ar-SA" sz="1500" dirty="0">
                          <a:solidFill>
                            <a:sysClr val="windowText" lastClr="000000"/>
                          </a:solidFill>
                          <a:sym typeface="29LT Azer Bold"/>
                        </a:rPr>
                        <a:t>الخدمة</a:t>
                      </a:r>
                      <a:endParaRPr sz="1500" dirty="0">
                        <a:solidFill>
                          <a:sysClr val="windowText" lastClr="0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الرياض و الشرقية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الرياض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المملكة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rgbClr val="C00000"/>
                          </a:solidFill>
                          <a:sym typeface="29LT Azer Bold"/>
                        </a:rPr>
                        <a:t>الموقع</a:t>
                      </a:r>
                      <a:endParaRPr sz="1500" dirty="0">
                        <a:solidFill>
                          <a:srgbClr val="C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لا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سنة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10 سنوات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rgbClr val="C00000"/>
                          </a:solidFill>
                          <a:sym typeface="29LT Azer Bold"/>
                        </a:rPr>
                        <a:t>الخبرة</a:t>
                      </a:r>
                      <a:endParaRPr sz="1500" dirty="0">
                        <a:solidFill>
                          <a:srgbClr val="C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جيدة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ممتازة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ممتازة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ysClr val="windowText" lastClr="000000"/>
                          </a:solidFill>
                          <a:sym typeface="29LT Azer Bold"/>
                        </a:rPr>
                        <a:t>الخدمة</a:t>
                      </a:r>
                      <a:endParaRPr sz="1500" dirty="0">
                        <a:solidFill>
                          <a:sysClr val="windowText" lastClr="0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 100 خدمة في اليوم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  34 خدمة في اليوم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 rtl="1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 20 خدمة في اليوم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lang="ar-SA" sz="1500" dirty="0">
                          <a:solidFill>
                            <a:srgbClr val="C00000"/>
                          </a:solidFill>
                          <a:sym typeface="29LT Azer Bold"/>
                        </a:rPr>
                        <a:t>السعة</a:t>
                      </a:r>
                      <a:endParaRPr sz="1500" dirty="0">
                        <a:solidFill>
                          <a:srgbClr val="C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444"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الأمهات و ربات المنازل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عملاء اس تي سي باي 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5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/>
                        <a:t>ارباب البيوت و الأعمال</a:t>
                      </a:r>
                      <a:endParaRPr dirty="0"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rgbClr val="C00000"/>
                          </a:solidFill>
                          <a:sym typeface="29LT Azer Bold"/>
                        </a:rPr>
                        <a:t>قاعدة</a:t>
                      </a:r>
                      <a:r>
                        <a:rPr sz="1500" dirty="0">
                          <a:solidFill>
                            <a:srgbClr val="C00000"/>
                          </a:solidFill>
                          <a:sym typeface="29LT Azer Bold"/>
                        </a:rPr>
                        <a:t> </a:t>
                      </a:r>
                      <a:r>
                        <a:rPr sz="1500" dirty="0" err="1">
                          <a:solidFill>
                            <a:srgbClr val="C00000"/>
                          </a:solidFill>
                          <a:sym typeface="29LT Azer Bold"/>
                        </a:rPr>
                        <a:t>العملاء</a:t>
                      </a:r>
                      <a:endParaRPr sz="1500" dirty="0">
                        <a:solidFill>
                          <a:srgbClr val="C00000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itle 3"/>
          <p:cNvSpPr txBox="1">
            <a:spLocks noGrp="1"/>
          </p:cNvSpPr>
          <p:nvPr>
            <p:ph type="title"/>
          </p:nvPr>
        </p:nvSpPr>
        <p:spPr>
          <a:xfrm>
            <a:off x="2152650" y="288245"/>
            <a:ext cx="7886700" cy="132556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t>الخريطة التنافسية</a:t>
            </a:r>
          </a:p>
        </p:txBody>
      </p:sp>
      <p:sp>
        <p:nvSpPr>
          <p:cNvPr id="216" name="Rectangle 8"/>
          <p:cNvSpPr/>
          <p:nvPr/>
        </p:nvSpPr>
        <p:spPr>
          <a:xfrm>
            <a:off x="2815395" y="1690690"/>
            <a:ext cx="3284622" cy="2147386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7" name="Rectangle 9"/>
          <p:cNvSpPr/>
          <p:nvPr/>
        </p:nvSpPr>
        <p:spPr>
          <a:xfrm>
            <a:off x="2815395" y="3838075"/>
            <a:ext cx="3284622" cy="2147386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8" name="Rectangle 10"/>
          <p:cNvSpPr/>
          <p:nvPr/>
        </p:nvSpPr>
        <p:spPr>
          <a:xfrm>
            <a:off x="6096001" y="3838073"/>
            <a:ext cx="3284621" cy="2147386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Rectangle 11"/>
          <p:cNvSpPr/>
          <p:nvPr/>
        </p:nvSpPr>
        <p:spPr>
          <a:xfrm>
            <a:off x="6096001" y="1690690"/>
            <a:ext cx="3284621" cy="2147386"/>
          </a:xfrm>
          <a:prstGeom prst="rect">
            <a:avLst/>
          </a:prstGeom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TextBox 12"/>
          <p:cNvSpPr txBox="1"/>
          <p:nvPr/>
        </p:nvSpPr>
        <p:spPr>
          <a:xfrm>
            <a:off x="1800383" y="3645568"/>
            <a:ext cx="956826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rtl="1">
              <a:defRPr sz="2000">
                <a:solidFill>
                  <a:srgbClr val="535353"/>
                </a:solidFill>
                <a:latin typeface="29LT Azer Medium"/>
                <a:ea typeface="29LT Azer Medium"/>
                <a:cs typeface="29LT Azer Medium"/>
                <a:sym typeface="29LT Azer Medium"/>
              </a:defRPr>
            </a:lvl1pPr>
          </a:lstStyle>
          <a:p>
            <a:r>
              <a:t>أساسي</a:t>
            </a:r>
          </a:p>
        </p:txBody>
      </p:sp>
      <p:sp>
        <p:nvSpPr>
          <p:cNvPr id="221" name="TextBox 13"/>
          <p:cNvSpPr txBox="1"/>
          <p:nvPr/>
        </p:nvSpPr>
        <p:spPr>
          <a:xfrm>
            <a:off x="9458435" y="3653585"/>
            <a:ext cx="89515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rtl="1">
              <a:defRPr sz="2000">
                <a:solidFill>
                  <a:srgbClr val="535353"/>
                </a:solidFill>
                <a:latin typeface="29LT Azer Medium"/>
                <a:ea typeface="29LT Azer Medium"/>
                <a:cs typeface="29LT Azer Medium"/>
                <a:sym typeface="29LT Azer Medium"/>
              </a:defRPr>
            </a:lvl1pPr>
          </a:lstStyle>
          <a:p>
            <a:r>
              <a:t>رفاهية</a:t>
            </a:r>
          </a:p>
        </p:txBody>
      </p:sp>
      <p:sp>
        <p:nvSpPr>
          <p:cNvPr id="222" name="TextBox 14"/>
          <p:cNvSpPr txBox="1"/>
          <p:nvPr/>
        </p:nvSpPr>
        <p:spPr>
          <a:xfrm>
            <a:off x="5143099" y="1319796"/>
            <a:ext cx="1905803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 rtl="1">
              <a:defRPr sz="2000">
                <a:solidFill>
                  <a:srgbClr val="535353"/>
                </a:solidFill>
                <a:latin typeface="29LT Azer Medium"/>
                <a:ea typeface="29LT Azer Medium"/>
                <a:cs typeface="29LT Azer Medium"/>
                <a:sym typeface="29LT Azer Medium"/>
              </a:defRPr>
            </a:lvl1pPr>
          </a:lstStyle>
          <a:p>
            <a:r>
              <a:t>سعر عالي</a:t>
            </a:r>
          </a:p>
        </p:txBody>
      </p:sp>
      <p:sp>
        <p:nvSpPr>
          <p:cNvPr id="223" name="TextBox 16"/>
          <p:cNvSpPr txBox="1"/>
          <p:nvPr/>
        </p:nvSpPr>
        <p:spPr>
          <a:xfrm>
            <a:off x="5139087" y="6068262"/>
            <a:ext cx="1905803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 rtl="1">
              <a:defRPr sz="2000">
                <a:solidFill>
                  <a:srgbClr val="535353"/>
                </a:solidFill>
                <a:latin typeface="29LT Azer Medium"/>
                <a:ea typeface="29LT Azer Medium"/>
                <a:cs typeface="29LT Azer Medium"/>
                <a:sym typeface="29LT Azer Medium"/>
              </a:defRPr>
            </a:lvl1pPr>
          </a:lstStyle>
          <a:p>
            <a:r>
              <a:t>سعر منخفض</a:t>
            </a:r>
          </a:p>
        </p:txBody>
      </p:sp>
      <p:pic>
        <p:nvPicPr>
          <p:cNvPr id="3" name="Graphic 2" descr="Adhesive Bandage with solid fill">
            <a:extLst>
              <a:ext uri="{FF2B5EF4-FFF2-40B4-BE49-F238E27FC236}">
                <a16:creationId xmlns:a16="http://schemas.microsoft.com/office/drawing/2014/main" id="{26BA8D1D-AD05-4E03-A2D6-AAF548B5B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8407" y="4214393"/>
            <a:ext cx="697374" cy="697374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8360CEDB-20D7-BFC0-E46F-9B1480D275FD}"/>
              </a:ext>
            </a:extLst>
          </p:cNvPr>
          <p:cNvSpPr/>
          <p:nvPr/>
        </p:nvSpPr>
        <p:spPr>
          <a:xfrm>
            <a:off x="3509010" y="2920365"/>
            <a:ext cx="462915" cy="508635"/>
          </a:xfrm>
          <a:prstGeom prst="star5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FBD6C48-C891-EDE5-A2AD-DE9C7E6BDF6A}"/>
              </a:ext>
            </a:extLst>
          </p:cNvPr>
          <p:cNvSpPr/>
          <p:nvPr/>
        </p:nvSpPr>
        <p:spPr>
          <a:xfrm>
            <a:off x="8353425" y="1758315"/>
            <a:ext cx="462915" cy="508635"/>
          </a:xfrm>
          <a:prstGeom prst="star5">
            <a:avLst/>
          </a:prstGeom>
          <a:solidFill>
            <a:schemeClr val="tx2">
              <a:lumMod val="95000"/>
              <a:lumOff val="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FB08F-D14B-277A-EAA5-39673BF35539}"/>
              </a:ext>
            </a:extLst>
          </p:cNvPr>
          <p:cNvSpPr txBox="1"/>
          <p:nvPr/>
        </p:nvSpPr>
        <p:spPr>
          <a:xfrm>
            <a:off x="3218529" y="3510145"/>
            <a:ext cx="104387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dirty="0"/>
              <a:t>منافس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D9B2A-0DE2-216B-7D07-55F2C709752A}"/>
              </a:ext>
            </a:extLst>
          </p:cNvPr>
          <p:cNvSpPr txBox="1"/>
          <p:nvPr/>
        </p:nvSpPr>
        <p:spPr>
          <a:xfrm>
            <a:off x="8062944" y="2428950"/>
            <a:ext cx="104387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dirty="0"/>
              <a:t>منافس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DA009-2249-6BCC-9200-72E472B4B2E7}"/>
              </a:ext>
            </a:extLst>
          </p:cNvPr>
          <p:cNvSpPr txBox="1"/>
          <p:nvPr/>
        </p:nvSpPr>
        <p:spPr>
          <a:xfrm>
            <a:off x="5663839" y="4911766"/>
            <a:ext cx="87235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ar-SA" dirty="0"/>
              <a:t>شركتنا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Table 7"/>
          <p:cNvGraphicFramePr/>
          <p:nvPr>
            <p:extLst>
              <p:ext uri="{D42A27DB-BD31-4B8C-83A1-F6EECF244321}">
                <p14:modId xmlns:p14="http://schemas.microsoft.com/office/powerpoint/2010/main" val="3098710236"/>
              </p:ext>
            </p:extLst>
          </p:nvPr>
        </p:nvGraphicFramePr>
        <p:xfrm>
          <a:off x="1297547" y="1600308"/>
          <a:ext cx="9959548" cy="2724066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2489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6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011">
                <a:tc>
                  <a:txBody>
                    <a:bodyPr/>
                    <a:lstStyle/>
                    <a:p>
                      <a:pPr indent="457200" algn="ctr" defTabSz="755932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السنة الثالثة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السنة الثانية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755932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السنة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sym typeface="29LT Azer Bold"/>
                        </a:rPr>
                        <a:t> </a:t>
                      </a:r>
                      <a:r>
                        <a:rPr sz="15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الأولى</a:t>
                      </a:r>
                      <a:endParaRPr sz="15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914400">
                        <a:defRPr sz="1500" b="0"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1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10000000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10000000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1500" dirty="0">
                          <a:sym typeface="29LT Azer Extra Light"/>
                        </a:rPr>
                        <a:t>3000000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إيرادات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1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9000000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9000000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1500" dirty="0">
                          <a:sym typeface="29LT Azer Extra Light"/>
                        </a:rPr>
                        <a:t>700000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نفقات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1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1000000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1000000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1500" dirty="0">
                          <a:sym typeface="29LT Azer Extra Light"/>
                        </a:rPr>
                        <a:t>2300000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إجمالي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sym typeface="29LT Azer Bold"/>
                        </a:rPr>
                        <a:t> </a:t>
                      </a:r>
                      <a:r>
                        <a:rPr sz="15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الربح</a:t>
                      </a:r>
                      <a:endParaRPr sz="15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1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25000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25000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1500" dirty="0">
                          <a:sym typeface="29LT Azer Extra Light"/>
                        </a:rPr>
                        <a:t>3000000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البيع والنفقات العامة والإدارية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1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975000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500" dirty="0">
                          <a:sym typeface="29LT Azer Extra Light"/>
                        </a:rPr>
                        <a:t>$</a:t>
                      </a:r>
                      <a:r>
                        <a:rPr lang="en-US" sz="1500" dirty="0">
                          <a:sym typeface="29LT Azer Extra Light"/>
                        </a:rPr>
                        <a:t>975000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1500" dirty="0">
                          <a:sym typeface="29LT Azer Extra Light"/>
                        </a:rPr>
                        <a:t>2000000</a:t>
                      </a:r>
                      <a:endParaRPr sz="15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5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صافي</a:t>
                      </a:r>
                      <a:r>
                        <a:rPr sz="1500" dirty="0">
                          <a:solidFill>
                            <a:srgbClr val="FFFFFF"/>
                          </a:solidFill>
                          <a:sym typeface="29LT Azer Bold"/>
                        </a:rPr>
                        <a:t> </a:t>
                      </a:r>
                      <a:r>
                        <a:rPr sz="15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الربح</a:t>
                      </a:r>
                      <a:endParaRPr sz="15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6" name="TextBox 8"/>
          <p:cNvSpPr txBox="1"/>
          <p:nvPr/>
        </p:nvSpPr>
        <p:spPr>
          <a:xfrm>
            <a:off x="7557722" y="4454583"/>
            <a:ext cx="2691426" cy="1946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4800"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en-US" dirty="0"/>
              <a:t>9,75</a:t>
            </a:r>
            <a:r>
              <a:rPr dirty="0"/>
              <a:t>%</a:t>
            </a:r>
          </a:p>
          <a:p>
            <a:pPr algn="ctr" rtl="1">
              <a:lnSpc>
                <a:spcPct val="150000"/>
              </a:lnSpc>
              <a:defRPr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dirty="0" err="1"/>
              <a:t>إجمالي</a:t>
            </a:r>
            <a:r>
              <a:rPr dirty="0"/>
              <a:t> </a:t>
            </a:r>
          </a:p>
          <a:p>
            <a:pPr algn="ctr" rtl="1">
              <a:lnSpc>
                <a:spcPct val="150000"/>
              </a:lnSpc>
              <a:defRPr sz="1600"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dirty="0" err="1"/>
              <a:t>هامش</a:t>
            </a:r>
            <a:r>
              <a:rPr dirty="0"/>
              <a:t> </a:t>
            </a:r>
            <a:r>
              <a:rPr dirty="0" err="1"/>
              <a:t>الربح</a:t>
            </a:r>
            <a:endParaRPr dirty="0"/>
          </a:p>
        </p:txBody>
      </p:sp>
      <p:sp>
        <p:nvSpPr>
          <p:cNvPr id="227" name="Straight Connector 10"/>
          <p:cNvSpPr/>
          <p:nvPr/>
        </p:nvSpPr>
        <p:spPr>
          <a:xfrm flipH="1">
            <a:off x="6262893" y="4495801"/>
            <a:ext cx="28856" cy="1547694"/>
          </a:xfrm>
          <a:prstGeom prst="line">
            <a:avLst/>
          </a:prstGeom>
          <a:ln w="635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TextBox 18"/>
          <p:cNvSpPr txBox="1"/>
          <p:nvPr/>
        </p:nvSpPr>
        <p:spPr>
          <a:xfrm>
            <a:off x="1811823" y="4454583"/>
            <a:ext cx="3984304" cy="1572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150000"/>
              </a:lnSpc>
              <a:defRPr sz="4800"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lang="en-US" dirty="0"/>
              <a:t>,975</a:t>
            </a:r>
            <a:r>
              <a:rPr dirty="0"/>
              <a:t> Million</a:t>
            </a:r>
          </a:p>
          <a:p>
            <a:pPr algn="ctr" rtl="1">
              <a:lnSpc>
                <a:spcPct val="150000"/>
              </a:lnSpc>
              <a:defRPr>
                <a:latin typeface="29LT Azer Extra Light"/>
                <a:ea typeface="29LT Azer Extra Light"/>
                <a:cs typeface="29LT Azer Extra Light"/>
                <a:sym typeface="29LT Azer Extra Light"/>
              </a:defRPr>
            </a:pPr>
            <a:r>
              <a:rPr dirty="0" err="1"/>
              <a:t>أرباح</a:t>
            </a:r>
            <a:r>
              <a:rPr dirty="0"/>
              <a:t> </a:t>
            </a:r>
          </a:p>
        </p:txBody>
      </p:sp>
      <p:sp>
        <p:nvSpPr>
          <p:cNvPr id="229" name="Title 3"/>
          <p:cNvSpPr txBox="1"/>
          <p:nvPr/>
        </p:nvSpPr>
        <p:spPr>
          <a:xfrm>
            <a:off x="2198370" y="705558"/>
            <a:ext cx="7795260" cy="764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 defTabSz="914400" rtl="1">
              <a:lnSpc>
                <a:spcPct val="90000"/>
              </a:lnSpc>
              <a:defRPr sz="4400"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t>المالية</a:t>
            </a: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D0C03D9F-0D27-5DE6-4776-DC66A961BE4A}"/>
              </a:ext>
            </a:extLst>
          </p:cNvPr>
          <p:cNvSpPr/>
          <p:nvPr/>
        </p:nvSpPr>
        <p:spPr>
          <a:xfrm>
            <a:off x="404009" y="644551"/>
            <a:ext cx="1744831" cy="1601444"/>
          </a:xfrm>
          <a:prstGeom prst="star5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/>
              <a:t>مثال فقط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75D600C-1FF8-429F-A309-0121EEF7F9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033273"/>
              </p:ext>
            </p:extLst>
          </p:nvPr>
        </p:nvGraphicFramePr>
        <p:xfrm>
          <a:off x="1767205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tar: 5 Points 2">
            <a:extLst>
              <a:ext uri="{FF2B5EF4-FFF2-40B4-BE49-F238E27FC236}">
                <a16:creationId xmlns:a16="http://schemas.microsoft.com/office/drawing/2014/main" id="{BEC5988A-B198-FD32-2FEC-A26D0ECEBD4C}"/>
              </a:ext>
            </a:extLst>
          </p:cNvPr>
          <p:cNvSpPr/>
          <p:nvPr/>
        </p:nvSpPr>
        <p:spPr>
          <a:xfrm>
            <a:off x="404009" y="1503045"/>
            <a:ext cx="2047726" cy="1676298"/>
          </a:xfrm>
          <a:prstGeom prst="star5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/>
              <a:t>مثال فقط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نتيجة بحث الصور عن canvas le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008" y="365125"/>
            <a:ext cx="9019584" cy="620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EBCFCA8-3E53-4C98-B555-3F4277428ADF}"/>
              </a:ext>
            </a:extLst>
          </p:cNvPr>
          <p:cNvSpPr/>
          <p:nvPr/>
        </p:nvSpPr>
        <p:spPr>
          <a:xfrm>
            <a:off x="1631627" y="891961"/>
            <a:ext cx="1638066" cy="3461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تعريف المشكلة</a:t>
            </a:r>
          </a:p>
          <a:p>
            <a:pPr algn="ctr"/>
            <a:r>
              <a:rPr lang="ar-SA" dirty="0">
                <a:solidFill>
                  <a:schemeClr val="tx1"/>
                </a:solidFill>
              </a:rPr>
              <a:t>انتشار عربات تقديم الخدمات دون وجود معايير و خدمات نظافة جيدة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49E95-E686-4F6B-A3FD-5662A17ED0E0}"/>
              </a:ext>
            </a:extLst>
          </p:cNvPr>
          <p:cNvSpPr/>
          <p:nvPr/>
        </p:nvSpPr>
        <p:spPr>
          <a:xfrm>
            <a:off x="8759460" y="1034576"/>
            <a:ext cx="1638066" cy="3461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أصحاب العربات التي تقدم خدمات الإعاشة و خدمات العناية الشخصية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9F4471-9EBA-48BA-9502-C173D052A1AB}"/>
              </a:ext>
            </a:extLst>
          </p:cNvPr>
          <p:cNvSpPr/>
          <p:nvPr/>
        </p:nvSpPr>
        <p:spPr>
          <a:xfrm>
            <a:off x="5200767" y="1034576"/>
            <a:ext cx="1638066" cy="3461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وجود فريق مختص مجهز متحرك للقيام بمهام النظافة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5C857B-BF56-40CA-9F8B-A7E8DDC3C920}"/>
              </a:ext>
            </a:extLst>
          </p:cNvPr>
          <p:cNvSpPr/>
          <p:nvPr/>
        </p:nvSpPr>
        <p:spPr>
          <a:xfrm>
            <a:off x="6954145" y="3048817"/>
            <a:ext cx="1638065" cy="118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البيع المباشر و حسابات </a:t>
            </a:r>
            <a:r>
              <a:rPr lang="ar-SA" dirty="0" err="1">
                <a:solidFill>
                  <a:schemeClr val="tx1"/>
                </a:solidFill>
              </a:rPr>
              <a:t>السوشال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CFD01-7767-4729-931E-CDA1577FF030}"/>
              </a:ext>
            </a:extLst>
          </p:cNvPr>
          <p:cNvSpPr/>
          <p:nvPr/>
        </p:nvSpPr>
        <p:spPr>
          <a:xfrm>
            <a:off x="3385005" y="814198"/>
            <a:ext cx="1638066" cy="1519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chemeClr val="tx1"/>
                </a:solidFill>
              </a:rPr>
              <a:t>فريق مجهز بتقنيات التنظيف الصحي الدقيق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AE84DD-3EDA-40D7-A35C-C6881C75B1DC}"/>
              </a:ext>
            </a:extLst>
          </p:cNvPr>
          <p:cNvSpPr/>
          <p:nvPr/>
        </p:nvSpPr>
        <p:spPr>
          <a:xfrm>
            <a:off x="6187441" y="4995065"/>
            <a:ext cx="4030980" cy="118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dirty="0">
                <a:solidFill>
                  <a:schemeClr val="tx1"/>
                </a:solidFill>
              </a:rPr>
              <a:t>تنظيف العربات</a:t>
            </a:r>
          </a:p>
          <a:p>
            <a:pPr algn="r"/>
            <a:r>
              <a:rPr lang="ar-SA" dirty="0">
                <a:solidFill>
                  <a:schemeClr val="tx1"/>
                </a:solidFill>
              </a:rPr>
              <a:t>الاشتراكات الشهرية</a:t>
            </a:r>
          </a:p>
          <a:p>
            <a:pPr algn="r"/>
            <a:r>
              <a:rPr lang="ar-SA" dirty="0">
                <a:solidFill>
                  <a:schemeClr val="tx1"/>
                </a:solidFill>
              </a:rPr>
              <a:t>بيع مواد التنظيف الخاصة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24224F-0BC0-4BED-91A6-62B7175BFE40}"/>
              </a:ext>
            </a:extLst>
          </p:cNvPr>
          <p:cNvSpPr/>
          <p:nvPr/>
        </p:nvSpPr>
        <p:spPr>
          <a:xfrm>
            <a:off x="1602106" y="5031550"/>
            <a:ext cx="4030980" cy="118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dirty="0">
                <a:solidFill>
                  <a:schemeClr val="tx1"/>
                </a:solidFill>
              </a:rPr>
              <a:t>الرواتب</a:t>
            </a:r>
          </a:p>
          <a:p>
            <a:pPr algn="r"/>
            <a:r>
              <a:rPr lang="ar-SA" dirty="0">
                <a:solidFill>
                  <a:schemeClr val="tx1"/>
                </a:solidFill>
              </a:rPr>
              <a:t>أدوات التنظيف</a:t>
            </a:r>
          </a:p>
          <a:p>
            <a:pPr algn="r"/>
            <a:r>
              <a:rPr lang="ar-SA" dirty="0">
                <a:solidFill>
                  <a:schemeClr val="tx1"/>
                </a:solidFill>
              </a:rPr>
              <a:t>التنقلات و المواصلات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9D9B-C256-4C64-9E8C-AD37BE5E1830}"/>
              </a:ext>
            </a:extLst>
          </p:cNvPr>
          <p:cNvSpPr/>
          <p:nvPr/>
        </p:nvSpPr>
        <p:spPr>
          <a:xfrm>
            <a:off x="3385006" y="2485881"/>
            <a:ext cx="1700449" cy="1824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600" dirty="0">
                <a:solidFill>
                  <a:schemeClr val="tx1"/>
                </a:solidFill>
              </a:rPr>
              <a:t>تنظيف العربات بشكل سريع</a:t>
            </a:r>
          </a:p>
          <a:p>
            <a:pPr algn="ctr"/>
            <a:r>
              <a:rPr lang="ar-SA" sz="1600" dirty="0">
                <a:solidFill>
                  <a:schemeClr val="tx1"/>
                </a:solidFill>
              </a:rPr>
              <a:t>التنقل بين مواقع العربات</a:t>
            </a:r>
          </a:p>
          <a:p>
            <a:pPr algn="ctr"/>
            <a:r>
              <a:rPr lang="ar-SA" sz="1600" dirty="0">
                <a:solidFill>
                  <a:schemeClr val="tx1"/>
                </a:solidFill>
              </a:rPr>
              <a:t>التنسيق مع الامانات لمعرفة أخر أنظمة النظافة و السلامة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2CCB0-0065-4C26-B459-857A1DF8E8A5}"/>
              </a:ext>
            </a:extLst>
          </p:cNvPr>
          <p:cNvSpPr/>
          <p:nvPr/>
        </p:nvSpPr>
        <p:spPr>
          <a:xfrm>
            <a:off x="6943698" y="1008003"/>
            <a:ext cx="1700449" cy="132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600" dirty="0">
                <a:solidFill>
                  <a:schemeClr val="tx1"/>
                </a:solidFill>
              </a:rPr>
              <a:t>الفريق ذو الخبرة</a:t>
            </a:r>
          </a:p>
          <a:p>
            <a:pPr algn="ctr"/>
            <a:r>
              <a:rPr lang="ar-SA" sz="1600" dirty="0">
                <a:solidFill>
                  <a:schemeClr val="tx1"/>
                </a:solidFill>
              </a:rPr>
              <a:t>العلاقة مع الأمانة</a:t>
            </a:r>
          </a:p>
          <a:p>
            <a:pPr algn="ctr"/>
            <a:r>
              <a:rPr lang="ar-SA" sz="1600" dirty="0">
                <a:solidFill>
                  <a:schemeClr val="tx1"/>
                </a:solidFill>
              </a:rPr>
              <a:t>التواجد في مناطق العربات 12 ساعة في اليوم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65875A97-F87B-7EE2-C30D-71D649BCCF3B}"/>
              </a:ext>
            </a:extLst>
          </p:cNvPr>
          <p:cNvSpPr/>
          <p:nvPr/>
        </p:nvSpPr>
        <p:spPr>
          <a:xfrm>
            <a:off x="404009" y="644551"/>
            <a:ext cx="2811780" cy="2534792"/>
          </a:xfrm>
          <a:prstGeom prst="star5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/>
              <a:t>مثال فقط</a:t>
            </a:r>
          </a:p>
        </p:txBody>
      </p:sp>
    </p:spTree>
    <p:extLst>
      <p:ext uri="{BB962C8B-B14F-4D97-AF65-F5344CB8AC3E}">
        <p14:creationId xmlns:p14="http://schemas.microsoft.com/office/powerpoint/2010/main" val="73923176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7D5678-61D7-0F7E-C67C-CBBFB3FE7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61572"/>
              </p:ext>
            </p:extLst>
          </p:nvPr>
        </p:nvGraphicFramePr>
        <p:xfrm>
          <a:off x="277318" y="269821"/>
          <a:ext cx="11557416" cy="6292239"/>
        </p:xfrm>
        <a:graphic>
          <a:graphicData uri="http://schemas.openxmlformats.org/drawingml/2006/table">
            <a:tbl>
              <a:tblPr firstRow="1" firstCol="1" bandRow="1"/>
              <a:tblGrid>
                <a:gridCol w="2289017">
                  <a:extLst>
                    <a:ext uri="{9D8B030D-6E8A-4147-A177-3AD203B41FA5}">
                      <a16:colId xmlns:a16="http://schemas.microsoft.com/office/drawing/2014/main" val="2681419495"/>
                    </a:ext>
                  </a:extLst>
                </a:gridCol>
                <a:gridCol w="1902795">
                  <a:extLst>
                    <a:ext uri="{9D8B030D-6E8A-4147-A177-3AD203B41FA5}">
                      <a16:colId xmlns:a16="http://schemas.microsoft.com/office/drawing/2014/main" val="573297925"/>
                    </a:ext>
                  </a:extLst>
                </a:gridCol>
                <a:gridCol w="1605915">
                  <a:extLst>
                    <a:ext uri="{9D8B030D-6E8A-4147-A177-3AD203B41FA5}">
                      <a16:colId xmlns:a16="http://schemas.microsoft.com/office/drawing/2014/main" val="3365026066"/>
                    </a:ext>
                  </a:extLst>
                </a:gridCol>
                <a:gridCol w="676033">
                  <a:extLst>
                    <a:ext uri="{9D8B030D-6E8A-4147-A177-3AD203B41FA5}">
                      <a16:colId xmlns:a16="http://schemas.microsoft.com/office/drawing/2014/main" val="3684060935"/>
                    </a:ext>
                  </a:extLst>
                </a:gridCol>
                <a:gridCol w="2447815">
                  <a:extLst>
                    <a:ext uri="{9D8B030D-6E8A-4147-A177-3AD203B41FA5}">
                      <a16:colId xmlns:a16="http://schemas.microsoft.com/office/drawing/2014/main" val="691693674"/>
                    </a:ext>
                  </a:extLst>
                </a:gridCol>
                <a:gridCol w="2635841">
                  <a:extLst>
                    <a:ext uri="{9D8B030D-6E8A-4147-A177-3AD203B41FA5}">
                      <a16:colId xmlns:a16="http://schemas.microsoft.com/office/drawing/2014/main" val="857196762"/>
                    </a:ext>
                  </a:extLst>
                </a:gridCol>
              </a:tblGrid>
              <a:tr h="638466">
                <a:tc>
                  <a:txBody>
                    <a:bodyPr/>
                    <a:lstStyle/>
                    <a:p>
                      <a:pPr marL="0" marR="0" algn="ct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شرائح العملاء</a:t>
                      </a:r>
                      <a:endParaRPr lang="en-GB" sz="3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الحل</a:t>
                      </a:r>
                      <a:endParaRPr lang="en-GB" sz="3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قيمة مضافة مميزة وفريدة من نوعها</a:t>
                      </a:r>
                      <a:endParaRPr lang="en-GB" sz="3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ميزة تنافسية</a:t>
                      </a:r>
                      <a:endParaRPr lang="en-GB" sz="3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المشاكل التي يحلها المشروع</a:t>
                      </a:r>
                      <a:endParaRPr lang="en-GB" sz="36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31663"/>
                  </a:ext>
                </a:extLst>
              </a:tr>
              <a:tr h="944660"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العملاء المستهدفون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أهم 3 ميزات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رسالة واحدة وواضحة ومقنعة توضح سبب اختلافك واستحقاق منتجك للشراء</a:t>
                      </a: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لا يمكن نسخها أو الحصول عليها بسهولة</a:t>
                      </a: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 </a:t>
                      </a:r>
                      <a:endParaRPr lang="ar-SA" sz="2400" dirty="0">
                        <a:highlight>
                          <a:srgbClr val="FFFF00"/>
                        </a:highlight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اهم 3 مشاكل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047803"/>
                  </a:ext>
                </a:extLst>
              </a:tr>
              <a:tr h="490023"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البدائل الموجودة</a:t>
                      </a:r>
                      <a:endParaRPr lang="en-GB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762" marR="61483" marT="8161" marB="0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defTabSz="457200" rtl="1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مقاييس رئيسية</a:t>
                      </a:r>
                      <a:endParaRPr lang="en-GB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مفهوم المشروع بشكل عام</a:t>
                      </a:r>
                      <a:endParaRPr lang="en-GB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القنوات</a:t>
                      </a: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الأوائل أو الصديقين من العملاء</a:t>
                      </a:r>
                      <a:endParaRPr lang="en-GB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665141"/>
                  </a:ext>
                </a:extLst>
              </a:tr>
              <a:tr h="1697535"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اكتب كيف يتم حل هذه المشاكل اليوم.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58762" marR="61483" marT="8161" marB="0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الأنشطة الرئيسية التي تقيسها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قائمة </a:t>
                      </a: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X </a:t>
                      </a: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الخاص بك لتشبيه </a:t>
                      </a: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(</a:t>
                      </a: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على سبيل المثال </a:t>
                      </a: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YouTube = Flickr </a:t>
                      </a: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لمقاطع الفيديو</a:t>
                      </a:r>
                      <a:r>
                        <a:rPr lang="en-GB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)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الطريق إلى العملاء</a:t>
                      </a:r>
                      <a:endParaRPr lang="ar-SA" sz="2400" dirty="0">
                        <a:highlight>
                          <a:srgbClr val="FFFF00"/>
                        </a:highlight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ضع قائمة بخصائص عملائك المثاليين.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769777"/>
                  </a:ext>
                </a:extLst>
              </a:tr>
              <a:tr h="419011">
                <a:tc gridSpan="3">
                  <a:txBody>
                    <a:bodyPr/>
                    <a:lstStyle/>
                    <a:p>
                      <a:pPr marL="0" marR="0" algn="r" defTabSz="457200" rtl="1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هيكل التكاليف</a:t>
                      </a:r>
                      <a:endParaRPr lang="en-GB" sz="18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r" defTabSz="457200" rtl="1" eaLnBrk="1" latinLnBrk="0" hangingPunct="1"/>
                      <a:r>
                        <a:rPr lang="ar-SA" sz="1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هيكل الإيرادات</a:t>
                      </a: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tx2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53075"/>
                  </a:ext>
                </a:extLst>
              </a:tr>
              <a:tr h="1743419">
                <a:tc gridSpan="3"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ضع قائمة بالتكاليف الثابتة والمتغيرة.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تكاليف اكتساب العملاء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كلفة التوزيع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الاستضافة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الناس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إلخ.</a:t>
                      </a:r>
                      <a:endParaRPr lang="en-GB" sz="18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ضع قائمة بمصادر الدخل.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نموذج الإيرادات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قيمة الحياة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ربح</a:t>
                      </a:r>
                    </a:p>
                    <a:p>
                      <a:pPr marL="0" marR="0" algn="r" rtl="1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050" b="0" i="0" u="none" strike="noStrike" dirty="0">
                          <a:solidFill>
                            <a:srgbClr val="80808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a:t>هامش الربح الإجمالي</a:t>
                      </a:r>
                      <a:endParaRPr lang="ar-SA" sz="2400" dirty="0">
                        <a:highlight>
                          <a:srgbClr val="FFFF00"/>
                        </a:highlight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269360"/>
                  </a:ext>
                </a:extLst>
              </a:tr>
              <a:tr h="359125">
                <a:tc gridSpan="6">
                  <a:txBody>
                    <a:bodyPr/>
                    <a:lstStyle/>
                    <a:p>
                      <a:pPr marL="0" marR="0" algn="r" rtl="1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GB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8350" marR="78350" marT="39175" marB="39175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776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798651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 7"/>
          <p:cNvSpPr txBox="1">
            <a:spLocks noGrp="1"/>
          </p:cNvSpPr>
          <p:nvPr>
            <p:ph type="title"/>
          </p:nvPr>
        </p:nvSpPr>
        <p:spPr>
          <a:xfrm>
            <a:off x="2152649" y="1195326"/>
            <a:ext cx="7886701" cy="127936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rPr dirty="0" err="1"/>
              <a:t>الإنجازات</a:t>
            </a:r>
            <a:endParaRPr dirty="0"/>
          </a:p>
        </p:txBody>
      </p:sp>
      <p:sp>
        <p:nvSpPr>
          <p:cNvPr id="238" name="Text Placeholder 9"/>
          <p:cNvSpPr txBox="1">
            <a:spLocks noGrp="1"/>
          </p:cNvSpPr>
          <p:nvPr>
            <p:ph type="body" sz="quarter" idx="1"/>
          </p:nvPr>
        </p:nvSpPr>
        <p:spPr>
          <a:xfrm>
            <a:off x="2152650" y="2423677"/>
            <a:ext cx="3868340" cy="28181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rPr lang="ar-SA" dirty="0">
                <a:highlight>
                  <a:srgbClr val="FFFF00"/>
                </a:highlight>
              </a:rPr>
              <a:t>نعمل على الانتهاء من المنتج الأول</a:t>
            </a:r>
          </a:p>
          <a:p>
            <a:r>
              <a:rPr lang="ar-SA" dirty="0">
                <a:highlight>
                  <a:srgbClr val="FFFF00"/>
                </a:highlight>
              </a:rPr>
              <a:t>نعمل على طرح الفكرة لمستثمرين</a:t>
            </a:r>
          </a:p>
          <a:p>
            <a:r>
              <a:rPr lang="ar-SA" dirty="0">
                <a:highlight>
                  <a:srgbClr val="FFFF00"/>
                </a:highlight>
              </a:rPr>
              <a:t>نعمل على الحملة التسويقية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239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51959" y="2423678"/>
            <a:ext cx="3887392" cy="29141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/>
          </a:bodyPr>
          <a:lstStyle>
            <a:lvl1pPr marL="0" indent="0" algn="r">
              <a:buSzTx/>
              <a:buFontTx/>
              <a:buNone/>
              <a:defRPr sz="2400"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rPr lang="ar-SA" dirty="0">
                <a:highlight>
                  <a:srgbClr val="FFFF00"/>
                </a:highlight>
              </a:rPr>
              <a:t>تم انشاء موقع</a:t>
            </a:r>
          </a:p>
          <a:p>
            <a:r>
              <a:rPr lang="ar-SA" dirty="0">
                <a:highlight>
                  <a:srgbClr val="FFFF00"/>
                </a:highlight>
              </a:rPr>
              <a:t>تم تعيين الفريق</a:t>
            </a:r>
          </a:p>
          <a:p>
            <a:r>
              <a:rPr lang="ar-SA" dirty="0">
                <a:highlight>
                  <a:srgbClr val="FFFF00"/>
                </a:highlight>
              </a:rPr>
              <a:t>تم الانتهاء من دراسة الجدوى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4FEF4F19-4AA0-DD2B-AED7-C9F7143DF7DD}"/>
              </a:ext>
            </a:extLst>
          </p:cNvPr>
          <p:cNvSpPr/>
          <p:nvPr/>
        </p:nvSpPr>
        <p:spPr>
          <a:xfrm>
            <a:off x="404009" y="644551"/>
            <a:ext cx="2811780" cy="2534792"/>
          </a:xfrm>
          <a:prstGeom prst="star5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/>
              <a:t>مثال فقط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Content Placeholder 4"/>
          <p:cNvGraphicFramePr/>
          <p:nvPr>
            <p:extLst>
              <p:ext uri="{D42A27DB-BD31-4B8C-83A1-F6EECF244321}">
                <p14:modId xmlns:p14="http://schemas.microsoft.com/office/powerpoint/2010/main" val="1540878710"/>
              </p:ext>
            </p:extLst>
          </p:nvPr>
        </p:nvGraphicFramePr>
        <p:xfrm>
          <a:off x="1835148" y="1502629"/>
          <a:ext cx="8521704" cy="4826000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213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indent="457200" algn="ctr" defTabSz="755932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المدة الزمنية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القدر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755932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الاستخدام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indent="457200"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>
                          <a:solidFill>
                            <a:srgbClr val="FFFFFF"/>
                          </a:solidFill>
                          <a:sym typeface="29LT Azer Bold"/>
                        </a:rPr>
                        <a:t>رأس المال</a:t>
                      </a:r>
                      <a:endParaRPr sz="15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١٢ </a:t>
                      </a:r>
                      <a:r>
                        <a:rPr sz="1300" dirty="0" err="1">
                          <a:highlight>
                            <a:srgbClr val="FFFF00"/>
                          </a:highlight>
                          <a:sym typeface="29LT Azer Extra Light"/>
                        </a:rPr>
                        <a:t>شهر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20000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الإعلانات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sym typeface="29LT Azer Bold"/>
                        </a:rPr>
                        <a:t>التسويق</a:t>
                      </a:r>
                      <a:endParaRPr sz="13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١٢ شهر</a:t>
                      </a:r>
                      <a:endParaRPr lang="ar-SA"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10000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التصاميم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300">
                          <a:solidFill>
                            <a:srgbClr val="FFFFFF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شهر واحد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5000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الأخبار و </a:t>
                      </a:r>
                      <a:r>
                        <a:rPr lang="ar-SA" dirty="0" err="1">
                          <a:highlight>
                            <a:srgbClr val="FFFF00"/>
                          </a:highlight>
                        </a:rPr>
                        <a:t>الزيارا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300">
                          <a:solidFill>
                            <a:srgbClr val="FFFFFF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35000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 gridSpan="2"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المجموع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755932">
                        <a:defRPr sz="1300">
                          <a:solidFill>
                            <a:srgbClr val="FFFFFF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 dirty="0"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ستة اشهر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70000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الفريق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sym typeface="29LT Azer Bold"/>
                        </a:rPr>
                        <a:t>الرواتب</a:t>
                      </a:r>
                      <a:endParaRPr sz="130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ستة اشهر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20000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الرئيس 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مره واحدة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25000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r>
                        <a:rPr lang="ar-SA" dirty="0">
                          <a:highlight>
                            <a:srgbClr val="FFFF00"/>
                          </a:highlight>
                        </a:rPr>
                        <a:t>المستشارين المؤقتين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$</a:t>
                      </a: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115000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 gridSpan="2"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المجموع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755932">
                        <a:defRPr sz="1300">
                          <a:solidFill>
                            <a:srgbClr val="FFFFFF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 dirty="0"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المنتج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sym typeface="29LT Azer Bold"/>
                        </a:rPr>
                        <a:t> </a:t>
                      </a: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والتوصيل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$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المنتج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$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التعبئة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sym typeface="29LT Azer Bold"/>
                        </a:rPr>
                        <a:t> </a:t>
                      </a: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والتجهيز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$</a:t>
                      </a:r>
                      <a:r>
                        <a:rPr lang="ar-SA" sz="1300" dirty="0">
                          <a:highlight>
                            <a:srgbClr val="FFFF00"/>
                          </a:highlight>
                          <a:sym typeface="29LT Azer Extra Light"/>
                        </a:rPr>
                        <a:t>50000</a:t>
                      </a:r>
                      <a:endParaRPr sz="1300" dirty="0">
                        <a:highlight>
                          <a:srgbClr val="FFFF00"/>
                        </a:highlight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 gridSpan="2"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المجموع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ea typeface="29LT Azer Bold"/>
                        <a:cs typeface="29LT Azer Bold"/>
                        <a:sym typeface="29LT Azer Bold"/>
                      </a:endParaRPr>
                    </a:p>
                  </a:txBody>
                  <a:tcPr marL="45720" marR="45720" anchor="ctr" horzOverflow="overflow"/>
                </a:tc>
                <a:tc hMerge="1">
                  <a:txBody>
                    <a:bodyPr/>
                    <a:lstStyle/>
                    <a:p>
                      <a:pPr algn="ctr" defTabSz="755932">
                        <a:defRPr sz="1300">
                          <a:solidFill>
                            <a:srgbClr val="FFFFFF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 dirty="0"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ctr" defTabSz="755932">
                        <a:defRPr sz="1300">
                          <a:solidFill>
                            <a:srgbClr val="FFFFFF"/>
                          </a:solidFill>
                          <a:latin typeface="29LT Azer Bold"/>
                          <a:ea typeface="29LT Azer Bold"/>
                          <a:cs typeface="29LT Azer Bold"/>
                          <a:sym typeface="29LT Azer Bold"/>
                        </a:defRPr>
                      </a:pPr>
                      <a:endParaRPr dirty="0"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defTabSz="914400">
                        <a:defRPr sz="1300">
                          <a:latin typeface="29LT Azer Extra Light"/>
                          <a:ea typeface="29LT Azer Extra Light"/>
                          <a:cs typeface="29LT Azer Extra Light"/>
                          <a:sym typeface="29LT Azer Extra Light"/>
                        </a:defRPr>
                      </a:pPr>
                      <a:endParaRPr/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300" dirty="0">
                          <a:sym typeface="29LT Azer Extra Light"/>
                        </a:rPr>
                        <a:t>$</a:t>
                      </a:r>
                      <a:endParaRPr sz="1300" dirty="0">
                        <a:latin typeface="29LT Azer Extra Light"/>
                        <a:ea typeface="29LT Azer Extra Light"/>
                        <a:cs typeface="29LT Azer Extra Light"/>
                        <a:sym typeface="29LT Azer Extra Light"/>
                      </a:endParaRPr>
                    </a:p>
                  </a:txBody>
                  <a:tcPr marL="45720" marR="45720" horzOverflow="overflow"/>
                </a:tc>
                <a:tc gridSpan="2">
                  <a:txBody>
                    <a:bodyPr/>
                    <a:lstStyle/>
                    <a:p>
                      <a:pPr algn="ctr" defTabSz="755932">
                        <a:defRPr sz="1800"/>
                      </a:pPr>
                      <a:r>
                        <a:rPr sz="1300" dirty="0" err="1">
                          <a:solidFill>
                            <a:srgbClr val="FFFFFF"/>
                          </a:solidFill>
                          <a:sym typeface="29LT Azer Bold"/>
                        </a:rPr>
                        <a:t>المطلوب</a:t>
                      </a:r>
                      <a:endParaRPr sz="1300" dirty="0">
                        <a:solidFill>
                          <a:srgbClr val="FFFFFF"/>
                        </a:solidFill>
                        <a:latin typeface="29LT Azer Bold"/>
                        <a:sym typeface="29LT Azer Bold"/>
                      </a:endParaRPr>
                    </a:p>
                  </a:txBody>
                  <a:tcPr marL="45720" marR="45720" horzOverflow="overflow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242" name="Title 3"/>
          <p:cNvSpPr txBox="1">
            <a:spLocks noGrp="1"/>
          </p:cNvSpPr>
          <p:nvPr>
            <p:ph type="title"/>
          </p:nvPr>
        </p:nvSpPr>
        <p:spPr>
          <a:xfrm>
            <a:off x="2149475" y="323779"/>
            <a:ext cx="7893050" cy="1352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35353"/>
                </a:solidFill>
                <a:latin typeface="29LT Azer Bold"/>
                <a:ea typeface="29LT Azer Bold"/>
                <a:cs typeface="29LT Azer Bold"/>
                <a:sym typeface="29LT Azer Bold"/>
              </a:defRPr>
            </a:lvl1pPr>
          </a:lstStyle>
          <a:p>
            <a:r>
              <a:t>استخدام الاستثمار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0D641-DDF3-4BA3-B1C9-2C3BC22D2C55}"/>
              </a:ext>
            </a:extLst>
          </p:cNvPr>
          <p:cNvSpPr/>
          <p:nvPr/>
        </p:nvSpPr>
        <p:spPr>
          <a:xfrm>
            <a:off x="140245" y="3208815"/>
            <a:ext cx="1528535" cy="10602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200</a:t>
            </a:r>
            <a:r>
              <a:rPr lang="en-US" dirty="0"/>
              <a:t>,</a:t>
            </a:r>
            <a:r>
              <a:rPr lang="ar-SA" dirty="0"/>
              <a:t>000</a:t>
            </a:r>
          </a:p>
          <a:p>
            <a:pPr algn="ctr"/>
            <a:r>
              <a:rPr lang="ar-SA" dirty="0"/>
              <a:t>ريال</a:t>
            </a:r>
          </a:p>
          <a:p>
            <a:pPr algn="ctr"/>
            <a:r>
              <a:rPr lang="ar-SA" dirty="0"/>
              <a:t>مقابل 10%</a:t>
            </a:r>
            <a:endParaRPr lang="en-GB" dirty="0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F228AF45-8620-1D0C-2FE7-FA825FC54656}"/>
              </a:ext>
            </a:extLst>
          </p:cNvPr>
          <p:cNvSpPr/>
          <p:nvPr/>
        </p:nvSpPr>
        <p:spPr>
          <a:xfrm>
            <a:off x="-138916" y="698100"/>
            <a:ext cx="2562076" cy="1956333"/>
          </a:xfrm>
          <a:prstGeom prst="star5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/>
              <a:t>مثال فقط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693</Words>
  <Application>Microsoft Office PowerPoint</Application>
  <PresentationFormat>Widescreen</PresentationFormat>
  <Paragraphs>221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29LT Azer Bold</vt:lpstr>
      <vt:lpstr>29LT Azer Extra Light</vt:lpstr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لماذا الآن؟</vt:lpstr>
      <vt:lpstr>دراسة السوق</vt:lpstr>
      <vt:lpstr>وصف العملاء المستهدفين</vt:lpstr>
      <vt:lpstr>الخريطة التنافسية</vt:lpstr>
      <vt:lpstr>الخريطة التنافسية</vt:lpstr>
      <vt:lpstr>PowerPoint Presentation</vt:lpstr>
      <vt:lpstr>PowerPoint Presentation</vt:lpstr>
      <vt:lpstr>PowerPoint Presentation</vt:lpstr>
      <vt:lpstr>PowerPoint Presentation</vt:lpstr>
      <vt:lpstr>الإنجازات</vt:lpstr>
      <vt:lpstr>استخدام الاستثمار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Abdullah Sahab</dc:creator>
  <cp:lastModifiedBy>Abdullah Sahab</cp:lastModifiedBy>
  <cp:revision>3</cp:revision>
  <dcterms:modified xsi:type="dcterms:W3CDTF">2024-03-26T12:53:46Z</dcterms:modified>
</cp:coreProperties>
</file>