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9907575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fizdSTIrLzV7VxpNZCLWeJKem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7" name="Google Shape;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">
  <p:cSld name="11_Title Slid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circle with black text&#10;&#10;Description automatically generated" id="9" name="Google Shape;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1" name="Google Shape;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 shot of a chart&#10;&#10;Description automatically generated" id="13" name="Google Shape;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>
  <p:cSld name="8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15" name="Google Shape;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17" name="Google Shape;1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9" name="Google Shape;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21" name="Google Shape;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ie chart&#10;&#10;Description automatically generated" id="23" name="Google Shape;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orange rectangular object with text&#10;&#10;Description automatically generated" id="25" name="Google Shape;2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orange text&#10;&#10;Description automatically generated" id="27" name="Google Shape;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sheet of paper with orange text&#10;&#10;Description automatically generated" id="29" name="Google Shape;2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/>
        </p:nvSpPr>
        <p:spPr>
          <a:xfrm>
            <a:off x="1776900" y="1763450"/>
            <a:ext cx="37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تقديم أفكار تقنية لبناء بيئة منزلية آمنة للطفل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5196100" y="3419200"/>
            <a:ext cx="1175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صعوبة فهم احتياجات الطفل إن كان غير قادر على التعبير السليم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3586625" y="3742450"/>
            <a:ext cx="12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أولياء الأمور وأطفالهم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982600" y="3742450"/>
            <a:ext cx="134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في مرحلة الطفولة من سن 6-12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/>
        </p:nvSpPr>
        <p:spPr>
          <a:xfrm>
            <a:off x="5795850" y="1478625"/>
            <a:ext cx="5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العوائل</a:t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>
            <a:off x="5595450" y="2014050"/>
            <a:ext cx="97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وزارة الصحة</a:t>
            </a:r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5595450" y="2549475"/>
            <a:ext cx="97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المستشفي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2024-09-29T13:21:47Z</dcterms:created>
  <dc:creator>Innovation Team</dc:creator>
</cp:coreProperties>
</file>