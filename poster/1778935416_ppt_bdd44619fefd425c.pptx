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9907575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0MI9p8j1B+ZriYpDyAO+IoRGc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7" name="Google Shape;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">
  <p:cSld name="11_Title Slid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circle with black text&#10;&#10;Description automatically generated" id="9" name="Google Shape;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1" name="Google Shape;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 shot of a chart&#10;&#10;Description automatically generated" id="13" name="Google Shape;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Slide">
  <p:cSld name="8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15" name="Google Shape;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17" name="Google Shape;1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cell phone&#10;&#10;Description automatically generated" id="19" name="Google Shape;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phone&#10;&#10;Description automatically generated" id="21" name="Google Shape;2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pie chart&#10;&#10;Description automatically generated" id="23" name="Google Shape;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orange rectangular object with text&#10;&#10;Description automatically generated" id="25" name="Google Shape;2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rectangular object with orange text&#10;&#10;Description automatically generated" id="27" name="Google Shape;2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sheet of paper with orange text&#10;&#10;Description automatically generated" id="29" name="Google Shape;2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6858000" cy="9700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/>
        </p:nvSpPr>
        <p:spPr>
          <a:xfrm>
            <a:off x="1776900" y="1763450"/>
            <a:ext cx="37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نص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5196100" y="3419200"/>
            <a:ext cx="11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نص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2024-09-29T13:21:47Z</dcterms:created>
  <dc:creator>Innovation Team</dc:creator>
</cp:coreProperties>
</file>