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6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C0DA1-A6C1-8310-CE6E-B0C2B6DE3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DD33CD-751F-AE14-1174-7567136C5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54789-32EE-E6A5-9264-04E5DECB0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282E-ACD0-4BB7-A70D-D9FC53348B4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5A029-D280-1A93-B8BF-916391F3D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62497-F79C-1715-5E6F-A2B6318C1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1A22A-93C3-48DD-BC61-9F4B953B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29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05316-F34F-1E1E-F1FE-191AA4119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3F0CD-A58E-F9A5-2EC0-B09519DE9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EAB0A-98D3-418F-F8DD-7A2D4F6E7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282E-ACD0-4BB7-A70D-D9FC53348B4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89AA7-0B27-D481-6481-7BB154EB5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E4EFB-281B-8222-F32F-B10FD3F5C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1A22A-93C3-48DD-BC61-9F4B953B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654BB-C039-2A9A-DCC9-F444E8E75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A488E-FF84-AD13-488F-57F76FBAC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1352C-5C0D-CB5B-1E93-09864267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282E-ACD0-4BB7-A70D-D9FC53348B4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1B87-F4B5-6744-6EEE-FDB16CA53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64C77-4D68-C588-6CCB-913DDBEE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1A22A-93C3-48DD-BC61-9F4B953B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24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48AAD-9C00-1F75-2D54-DB688AA98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2B677-0570-BBDE-B70E-70AA239DF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1BB35-F160-06C4-CE48-563F3822F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DE5EB-A58D-F82F-9665-E93AD0EE4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282E-ACD0-4BB7-A70D-D9FC53348B4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66697-9CD0-4FFB-31DA-1C0B821CB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7B7A3-5E2D-63B3-C27B-950405570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1A22A-93C3-48DD-BC61-9F4B953B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C5160-4AA0-7536-671D-CFE19D257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A1F47-09FB-AF2A-68F7-656B32757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6F43E-A52E-A8EB-30E2-99A2BAD93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6CEFFA-7B93-132B-9110-D53F48D6F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E8BF58-13F6-DF7C-4290-50FBB3A726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B89857-E539-89E8-8D88-2714A9E85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282E-ACD0-4BB7-A70D-D9FC53348B4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BF40CA-71EC-3A23-97C2-D1FBF978D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221D62-5431-6E38-6F5F-D50D70F2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1A22A-93C3-48DD-BC61-9F4B953B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08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3B543-A868-4ADC-71BC-7B8F2E91A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89707B-164E-240D-9232-9DF74B600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282E-ACD0-4BB7-A70D-D9FC53348B4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D4252-4A13-58B8-3290-CF681DF0A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34A9F7-CE0D-C61F-0BDE-138F6258B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1A22A-93C3-48DD-BC61-9F4B953B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310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A7FAA2-AB8E-F001-02C1-E16819A1A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282E-ACD0-4BB7-A70D-D9FC53348B4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AD8D8-328B-91F5-8526-668051D70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90399-A42D-83C8-0714-D84F4884D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1A22A-93C3-48DD-BC61-9F4B953B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30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95B53-6500-1808-C63B-A912CCD51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5D81C-6979-E209-9EB6-4C68CCFEE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E79D9-43DC-4E89-50A9-063925FA9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62499-5A2A-5995-D489-79EE542FA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282E-ACD0-4BB7-A70D-D9FC53348B4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25960-5A3C-70EB-DA52-AB4472827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98AD9-FC8F-BADC-6A7E-5B5B5A05A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1A22A-93C3-48DD-BC61-9F4B953B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54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31964-B599-DACC-8EEC-114382443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49FBF9-405C-93A9-CE11-58950535C4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48D67-C530-84D4-8DB0-080D5700E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00EB0-16DB-D23A-CDC0-4ABF33B2D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282E-ACD0-4BB7-A70D-D9FC53348B4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601D3-6DC2-2F4A-5A65-5B779A5B4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74C19-15C5-2BD6-7177-C2ECF857F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1A22A-93C3-48DD-BC61-9F4B953B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653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46AA6-182A-B799-24F5-1F369D87D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111B07-C643-A435-FC59-C4C9DC52A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E8107-73DD-E18F-ED0F-2D613AD84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282E-ACD0-4BB7-A70D-D9FC53348B4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C2F09-8731-EBC4-04AC-1A4C97B4E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3DCF3-2EA3-6827-2B01-6725AFC9F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1A22A-93C3-48DD-BC61-9F4B953B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47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894A98-937D-D2E3-893C-708F78552F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A1A31-5A99-5FD0-FFAE-8C4898BA6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1901F-678D-6AD3-BEDC-7E0F2192A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282E-ACD0-4BB7-A70D-D9FC53348B4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B60BD-8270-2DD3-C45F-050D011CE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153CF-6D42-8A09-6AEB-497F72155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1A22A-93C3-48DD-BC61-9F4B953B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91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93192-4498-1B8F-C0F9-4BEB1A076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06902-3A6E-8C5F-3057-28AA6B587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05A85-A19A-310E-11DA-5CF022166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3282E-ACD0-4BB7-A70D-D9FC53348B4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3848D-B999-2567-A7CA-C3997C946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7E70D-BEDE-B876-F811-B89E47D72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1A22A-93C3-48DD-BC61-9F4B953B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237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87EFA9-D184-BAFC-84FC-8772A68CD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59B40-4AB4-E394-5ED8-AD403A868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4B557-C7D1-2ECE-C180-D9C8FC255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C3282E-ACD0-4BB7-A70D-D9FC53348B40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2657D-6A95-173B-955F-2E76C71F5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EE1E1-3FD1-6B06-4420-F253485D2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81A22A-93C3-48DD-BC61-9F4B953B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44261-21E1-984D-0830-7D6AF22701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Linux fundamentals: The Hacker’s Operating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48109-FAD1-F818-28CE-6916258997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Essential Skills for Cybersecurity</a:t>
            </a:r>
          </a:p>
          <a:p>
            <a:r>
              <a:rPr lang="en-US" dirty="0"/>
              <a:t>Presented by: Mohammed Faisal </a:t>
            </a:r>
            <a:r>
              <a:rPr lang="en-US" dirty="0" err="1"/>
              <a:t>Alfuwais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04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1F9D8-CCF2-293A-8B7B-5493D1CD3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Linux?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95D55-C462-52F7-2688-8B2B5587F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Open Source: No black boxes. We can see and modify the code.</a:t>
            </a:r>
          </a:p>
          <a:p>
            <a:pPr marL="0" indent="0">
              <a:buNone/>
            </a:pPr>
            <a:r>
              <a:rPr lang="en-US" dirty="0"/>
              <a:t>• Cybersecurity Standard: 90% of security tools (Kali, Parrot OS) are Linux-based.</a:t>
            </a:r>
          </a:p>
          <a:p>
            <a:pPr marL="0" indent="0">
              <a:buNone/>
            </a:pPr>
            <a:r>
              <a:rPr lang="en-US" dirty="0"/>
              <a:t>• Total Control: You are the admin, not a 'guest'.</a:t>
            </a:r>
          </a:p>
          <a:p>
            <a:pPr marL="0" indent="0">
              <a:buNone/>
            </a:pPr>
            <a:r>
              <a:rPr lang="en-US" dirty="0"/>
              <a:t>• Server Dominance: The internet runs on Linux. To hack the web, you must speak its language.</a:t>
            </a:r>
          </a:p>
        </p:txBody>
      </p:sp>
    </p:spTree>
    <p:extLst>
      <p:ext uri="{BB962C8B-B14F-4D97-AF65-F5344CB8AC3E}">
        <p14:creationId xmlns:p14="http://schemas.microsoft.com/office/powerpoint/2010/main" val="322462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638A1-1B7D-C7F2-7A4D-A5F2F8D1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GUI vs. CLI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86407-7542-3E09-0259-808DAA54E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GUI (Graphical User Interface):</a:t>
            </a:r>
          </a:p>
          <a:p>
            <a:pPr marL="0" indent="0">
              <a:buNone/>
            </a:pPr>
            <a:r>
              <a:rPr lang="en-US" dirty="0"/>
              <a:t>    - Easy to use, visually appealing.</a:t>
            </a:r>
          </a:p>
          <a:p>
            <a:pPr marL="0" indent="0">
              <a:buNone/>
            </a:pPr>
            <a:r>
              <a:rPr lang="en-US" dirty="0"/>
              <a:t>    - Downside: Slow, resource-heavy, limited options.</a:t>
            </a:r>
          </a:p>
          <a:p>
            <a:pPr marL="0" indent="0">
              <a:buNone/>
            </a:pPr>
            <a:r>
              <a:rPr lang="en-US" dirty="0"/>
              <a:t>• CLI (Command Line Interface):</a:t>
            </a:r>
          </a:p>
          <a:p>
            <a:pPr marL="0" indent="0">
              <a:buNone/>
            </a:pPr>
            <a:r>
              <a:rPr lang="en-US" dirty="0"/>
              <a:t>    - Steep learning curve.</a:t>
            </a:r>
          </a:p>
          <a:p>
            <a:pPr marL="0" indent="0">
              <a:buNone/>
            </a:pPr>
            <a:r>
              <a:rPr lang="en-US" dirty="0"/>
              <a:t>    - Upside: Extremely fast, scriptable, powerful.</a:t>
            </a:r>
          </a:p>
          <a:p>
            <a:pPr marL="0" indent="0">
              <a:buNone/>
            </a:pPr>
            <a:r>
              <a:rPr lang="en-US" dirty="0"/>
              <a:t>• Fact: Real hackers live in the Terminal.</a:t>
            </a:r>
          </a:p>
        </p:txBody>
      </p:sp>
    </p:spTree>
    <p:extLst>
      <p:ext uri="{BB962C8B-B14F-4D97-AF65-F5344CB8AC3E}">
        <p14:creationId xmlns:p14="http://schemas.microsoft.com/office/powerpoint/2010/main" val="1414647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4B120-F140-D822-5236-58A6EDDF9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File System Hierarchy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0C0D0-8436-CE97-3B2B-8553A0021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/ (Root): The beginning of everything.</a:t>
            </a:r>
          </a:p>
          <a:p>
            <a:pPr marL="0" indent="0">
              <a:buNone/>
            </a:pPr>
            <a:r>
              <a:rPr lang="en-US" dirty="0"/>
              <a:t>• /home: Your personal space (User files).</a:t>
            </a:r>
          </a:p>
          <a:p>
            <a:pPr marL="0" indent="0">
              <a:buNone/>
            </a:pPr>
            <a:r>
              <a:rPr lang="en-US" dirty="0"/>
              <a:t>• /root: The Superuser’s home (Restricted Area).</a:t>
            </a:r>
          </a:p>
          <a:p>
            <a:pPr marL="0" indent="0">
              <a:buNone/>
            </a:pPr>
            <a:r>
              <a:rPr lang="en-US" dirty="0"/>
              <a:t>• /</a:t>
            </a:r>
            <a:r>
              <a:rPr lang="en-US" dirty="0" err="1"/>
              <a:t>etc</a:t>
            </a:r>
            <a:r>
              <a:rPr lang="en-US" dirty="0"/>
              <a:t>: Configuration files (The control room).</a:t>
            </a:r>
          </a:p>
          <a:p>
            <a:pPr marL="0" indent="0">
              <a:buNone/>
            </a:pPr>
            <a:r>
              <a:rPr lang="en-US" dirty="0"/>
              <a:t>• /var: Variable data (Logs, websites).</a:t>
            </a:r>
          </a:p>
          <a:p>
            <a:pPr marL="0" indent="0">
              <a:buNone/>
            </a:pPr>
            <a:r>
              <a:rPr lang="en-US" dirty="0"/>
              <a:t>• /bin: Binaries (Where commands live).</a:t>
            </a:r>
          </a:p>
        </p:txBody>
      </p:sp>
    </p:spTree>
    <p:extLst>
      <p:ext uri="{BB962C8B-B14F-4D97-AF65-F5344CB8AC3E}">
        <p14:creationId xmlns:p14="http://schemas.microsoft.com/office/powerpoint/2010/main" val="2658201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BFA8F-3411-2D61-3DDE-7841651B6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Am I?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05B83-6A6B-F8CC-4210-CC19E298E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Command: </a:t>
            </a:r>
            <a:r>
              <a:rPr lang="en-US" dirty="0" err="1"/>
              <a:t>pwd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Meaning: Print Working Directory.</a:t>
            </a:r>
          </a:p>
          <a:p>
            <a:pPr marL="0" indent="0">
              <a:buNone/>
            </a:pPr>
            <a:r>
              <a:rPr lang="en-US" dirty="0"/>
              <a:t>• Why it matters: Always know your location before deleting or modifying files.</a:t>
            </a:r>
          </a:p>
        </p:txBody>
      </p:sp>
    </p:spTree>
    <p:extLst>
      <p:ext uri="{BB962C8B-B14F-4D97-AF65-F5344CB8AC3E}">
        <p14:creationId xmlns:p14="http://schemas.microsoft.com/office/powerpoint/2010/main" val="1955930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EC1AD-2B71-2AA8-D192-BD2D7E14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Listing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D6ECF-8C06-8CCC-2F05-5ADA05092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Command: ls (List)</a:t>
            </a:r>
          </a:p>
          <a:p>
            <a:pPr marL="0" indent="0">
              <a:buNone/>
            </a:pPr>
            <a:r>
              <a:rPr lang="en-US" dirty="0"/>
              <a:t>• Variations:</a:t>
            </a:r>
          </a:p>
          <a:p>
            <a:pPr marL="0" indent="0">
              <a:buNone/>
            </a:pPr>
            <a:r>
              <a:rPr lang="en-US" dirty="0"/>
              <a:t>    - ls -l: Long listing (Show permissions, owner, size).</a:t>
            </a:r>
          </a:p>
          <a:p>
            <a:pPr marL="0" indent="0">
              <a:buNone/>
            </a:pPr>
            <a:r>
              <a:rPr lang="en-US" dirty="0"/>
              <a:t>    - ls -a: Show Hidden Files (Crucial for CTFs).</a:t>
            </a:r>
          </a:p>
          <a:p>
            <a:pPr marL="0" indent="0">
              <a:buNone/>
            </a:pPr>
            <a:r>
              <a:rPr lang="en-US" dirty="0"/>
              <a:t>    - ls -la: The 'Combo' (Details + Hidden files).</a:t>
            </a:r>
          </a:p>
        </p:txBody>
      </p:sp>
    </p:spTree>
    <p:extLst>
      <p:ext uri="{BB962C8B-B14F-4D97-AF65-F5344CB8AC3E}">
        <p14:creationId xmlns:p14="http://schemas.microsoft.com/office/powerpoint/2010/main" val="106833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B67A1-4814-C979-3922-764B1ECC7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Teleportation (Changing Directories)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3D1DB-B1BE-2D27-8470-6D4CDFD85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Command: cd (Change Directory)</a:t>
            </a:r>
          </a:p>
          <a:p>
            <a:pPr marL="0" indent="0">
              <a:buNone/>
            </a:pPr>
            <a:r>
              <a:rPr lang="en-US" dirty="0"/>
              <a:t>• Shortcuts:</a:t>
            </a:r>
          </a:p>
          <a:p>
            <a:pPr marL="0" indent="0">
              <a:buNone/>
            </a:pPr>
            <a:r>
              <a:rPr lang="en-US" dirty="0"/>
              <a:t>    - cd Desktop: Move to Desktop.</a:t>
            </a:r>
          </a:p>
          <a:p>
            <a:pPr marL="0" indent="0">
              <a:buNone/>
            </a:pPr>
            <a:r>
              <a:rPr lang="en-US" dirty="0"/>
              <a:t>    - cd .. : Go back one step (Parent directory).</a:t>
            </a:r>
          </a:p>
          <a:p>
            <a:pPr marL="0" indent="0">
              <a:buNone/>
            </a:pPr>
            <a:r>
              <a:rPr lang="en-US" dirty="0"/>
              <a:t>    - cd ~ : Go back Home immediately.</a:t>
            </a:r>
          </a:p>
          <a:p>
            <a:pPr marL="0" indent="0">
              <a:buNone/>
            </a:pPr>
            <a:r>
              <a:rPr lang="en-US" dirty="0"/>
              <a:t>    - cd / : Go to Root.</a:t>
            </a:r>
          </a:p>
        </p:txBody>
      </p:sp>
    </p:spTree>
    <p:extLst>
      <p:ext uri="{BB962C8B-B14F-4D97-AF65-F5344CB8AC3E}">
        <p14:creationId xmlns:p14="http://schemas.microsoft.com/office/powerpoint/2010/main" val="1495398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0925A-A867-2A49-252B-228FFF5B8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File &amp; Folder Creation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47854-57C5-8B69-05C4-0E570EEA0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Make Directory: </a:t>
            </a:r>
            <a:r>
              <a:rPr lang="en-US" dirty="0" err="1"/>
              <a:t>mkdir</a:t>
            </a:r>
            <a:r>
              <a:rPr lang="en-US" dirty="0"/>
              <a:t> &lt;name&gt;</a:t>
            </a:r>
          </a:p>
          <a:p>
            <a:pPr marL="0" indent="0">
              <a:buNone/>
            </a:pPr>
            <a:r>
              <a:rPr lang="en-US" dirty="0"/>
              <a:t>    - Example: </a:t>
            </a:r>
            <a:r>
              <a:rPr lang="en-US" dirty="0" err="1"/>
              <a:t>mkdir</a:t>
            </a:r>
            <a:r>
              <a:rPr lang="en-US" dirty="0"/>
              <a:t> </a:t>
            </a:r>
            <a:r>
              <a:rPr lang="en-US" dirty="0" err="1"/>
              <a:t>hacking_lab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Create File: touch &lt;name&gt;</a:t>
            </a:r>
          </a:p>
          <a:p>
            <a:pPr marL="0" indent="0">
              <a:buNone/>
            </a:pPr>
            <a:r>
              <a:rPr lang="en-US" dirty="0"/>
              <a:t>    - Example: touch notes.txt</a:t>
            </a:r>
          </a:p>
          <a:p>
            <a:pPr marL="0" indent="0">
              <a:buNone/>
            </a:pPr>
            <a:r>
              <a:rPr lang="en-US" dirty="0"/>
              <a:t>• Note: Linux does not rely on file extensions, but they help humans stay organized.</a:t>
            </a:r>
          </a:p>
        </p:txBody>
      </p:sp>
    </p:spTree>
    <p:extLst>
      <p:ext uri="{BB962C8B-B14F-4D97-AF65-F5344CB8AC3E}">
        <p14:creationId xmlns:p14="http://schemas.microsoft.com/office/powerpoint/2010/main" val="1007433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963BF-C077-F691-22A0-A5725AEAC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Copy &amp; Move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D0A0F-B406-74A2-649C-1CEB26840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Copying (cp):</a:t>
            </a:r>
          </a:p>
          <a:p>
            <a:pPr marL="0" indent="0">
              <a:buNone/>
            </a:pPr>
            <a:r>
              <a:rPr lang="en-US" dirty="0"/>
              <a:t>    - Syntax: cp &lt;source&gt; &lt;destination&gt;</a:t>
            </a:r>
          </a:p>
          <a:p>
            <a:pPr marL="0" indent="0">
              <a:buNone/>
            </a:pPr>
            <a:r>
              <a:rPr lang="en-US" dirty="0"/>
              <a:t>• Moving (mv):</a:t>
            </a:r>
          </a:p>
          <a:p>
            <a:pPr marL="0" indent="0">
              <a:buNone/>
            </a:pPr>
            <a:r>
              <a:rPr lang="en-US" dirty="0"/>
              <a:t>    - Syntax: mv &lt;file&gt; &lt;folder&gt;</a:t>
            </a:r>
          </a:p>
          <a:p>
            <a:pPr marL="0" indent="0">
              <a:buNone/>
            </a:pPr>
            <a:r>
              <a:rPr lang="en-US" dirty="0"/>
              <a:t>• Renaming:</a:t>
            </a:r>
          </a:p>
          <a:p>
            <a:pPr marL="0" indent="0">
              <a:buNone/>
            </a:pPr>
            <a:r>
              <a:rPr lang="en-US" dirty="0"/>
              <a:t>    - The mv command is also used to rename files!</a:t>
            </a:r>
          </a:p>
          <a:p>
            <a:pPr marL="0" indent="0">
              <a:buNone/>
            </a:pPr>
            <a:r>
              <a:rPr lang="en-US" dirty="0"/>
              <a:t>    - Example: mv old_name.txt new_name.txt</a:t>
            </a:r>
          </a:p>
        </p:txBody>
      </p:sp>
    </p:spTree>
    <p:extLst>
      <p:ext uri="{BB962C8B-B14F-4D97-AF65-F5344CB8AC3E}">
        <p14:creationId xmlns:p14="http://schemas.microsoft.com/office/powerpoint/2010/main" val="505532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15089-7D43-C32B-7C3F-F47F6946B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Destruction (WARNING)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FAED0-E167-0F8F-ED73-6A6229E58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Command: rm (Remove)</a:t>
            </a:r>
          </a:p>
          <a:p>
            <a:pPr marL="0" indent="0">
              <a:buNone/>
            </a:pPr>
            <a:r>
              <a:rPr lang="en-US" dirty="0"/>
              <a:t>• Delete File: rm file.txt</a:t>
            </a:r>
          </a:p>
          <a:p>
            <a:pPr marL="0" indent="0">
              <a:buNone/>
            </a:pPr>
            <a:r>
              <a:rPr lang="en-US" dirty="0"/>
              <a:t>• Delete Folder: rm -r </a:t>
            </a:r>
            <a:r>
              <a:rPr lang="en-US" dirty="0" err="1"/>
              <a:t>folder_name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WARNING: Linux has no Recycle Bin. Deleted files are gone forever.</a:t>
            </a:r>
          </a:p>
        </p:txBody>
      </p:sp>
    </p:spTree>
    <p:extLst>
      <p:ext uri="{BB962C8B-B14F-4D97-AF65-F5344CB8AC3E}">
        <p14:creationId xmlns:p14="http://schemas.microsoft.com/office/powerpoint/2010/main" val="1924523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308FC-00F0-A2E7-AD42-CC4907AE8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34D93-CA6C-7240-FD83-F79D6EEA2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cat: Display the whole file (Good for reading Flags).</a:t>
            </a:r>
          </a:p>
          <a:p>
            <a:pPr marL="0" indent="0">
              <a:buNone/>
            </a:pPr>
            <a:r>
              <a:rPr lang="en-US" dirty="0"/>
              <a:t>• less: Scroll through large files (Log files). Press 'q' to exit.</a:t>
            </a:r>
          </a:p>
          <a:p>
            <a:pPr marL="0" indent="0">
              <a:buNone/>
            </a:pPr>
            <a:r>
              <a:rPr lang="en-US" dirty="0"/>
              <a:t>• head: View first 10 lines.</a:t>
            </a:r>
          </a:p>
          <a:p>
            <a:pPr marL="0" indent="0">
              <a:buNone/>
            </a:pPr>
            <a:r>
              <a:rPr lang="en-US" dirty="0"/>
              <a:t>• tail: View last 10 lines (Great for monitoring active logs).</a:t>
            </a:r>
          </a:p>
        </p:txBody>
      </p:sp>
    </p:spTree>
    <p:extLst>
      <p:ext uri="{BB962C8B-B14F-4D97-AF65-F5344CB8AC3E}">
        <p14:creationId xmlns:p14="http://schemas.microsoft.com/office/powerpoint/2010/main" val="4250020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5F311-AFA4-05C9-05A5-D33EF1EBA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Superuser (Permissions)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DBA1F0-282A-3386-077E-28B133377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Root: The System Administrator (God Mode).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sudo</a:t>
            </a:r>
            <a:r>
              <a:rPr lang="en-US" dirty="0"/>
              <a:t>: '</a:t>
            </a:r>
            <a:r>
              <a:rPr lang="en-US" dirty="0" err="1"/>
              <a:t>SuperUser</a:t>
            </a:r>
            <a:r>
              <a:rPr lang="en-US" dirty="0"/>
              <a:t> DO'.</a:t>
            </a:r>
          </a:p>
          <a:p>
            <a:pPr marL="0" indent="0">
              <a:buNone/>
            </a:pPr>
            <a:r>
              <a:rPr lang="en-US" dirty="0"/>
              <a:t>• Usage: Used for installing tools, editing system files, or running network scans.</a:t>
            </a:r>
          </a:p>
          <a:p>
            <a:pPr marL="0" indent="0">
              <a:buNone/>
            </a:pPr>
            <a:r>
              <a:rPr lang="en-US" dirty="0"/>
              <a:t>• Example: </a:t>
            </a:r>
            <a:r>
              <a:rPr lang="en-US" dirty="0" err="1"/>
              <a:t>sudo</a:t>
            </a:r>
            <a:r>
              <a:rPr lang="en-US" dirty="0"/>
              <a:t> apt update</a:t>
            </a:r>
          </a:p>
        </p:txBody>
      </p:sp>
    </p:spTree>
    <p:extLst>
      <p:ext uri="{BB962C8B-B14F-4D97-AF65-F5344CB8AC3E}">
        <p14:creationId xmlns:p14="http://schemas.microsoft.com/office/powerpoint/2010/main" val="4293902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D9EA2-E3C3-C12D-AE67-62527E926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Decoding Permissions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34404-695E-15F7-6B29-0273D7EA3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Format: </a:t>
            </a:r>
            <a:r>
              <a:rPr lang="en-US" dirty="0" err="1"/>
              <a:t>drwxr</a:t>
            </a:r>
            <a:r>
              <a:rPr lang="en-US" dirty="0"/>
              <a:t>-</a:t>
            </a:r>
            <a:r>
              <a:rPr lang="en-US" dirty="0" err="1"/>
              <a:t>xr</a:t>
            </a:r>
            <a:r>
              <a:rPr lang="en-US" dirty="0"/>
              <a:t>-x</a:t>
            </a:r>
          </a:p>
          <a:p>
            <a:pPr marL="0" indent="0">
              <a:buNone/>
            </a:pPr>
            <a:r>
              <a:rPr lang="en-US" dirty="0"/>
              <a:t>• r (Read): Can view content.</a:t>
            </a:r>
          </a:p>
          <a:p>
            <a:pPr marL="0" indent="0">
              <a:buNone/>
            </a:pPr>
            <a:r>
              <a:rPr lang="en-US" dirty="0"/>
              <a:t>• w (Write): Can edit or delete.</a:t>
            </a:r>
          </a:p>
          <a:p>
            <a:pPr marL="0" indent="0">
              <a:buNone/>
            </a:pPr>
            <a:r>
              <a:rPr lang="en-US" dirty="0"/>
              <a:t>• x (Execute): Can run as a program.</a:t>
            </a:r>
          </a:p>
          <a:p>
            <a:pPr marL="0" indent="0">
              <a:buNone/>
            </a:pPr>
            <a:r>
              <a:rPr lang="en-US" dirty="0"/>
              <a:t>• Order: Owner | Group | Others</a:t>
            </a:r>
          </a:p>
        </p:txBody>
      </p:sp>
    </p:spTree>
    <p:extLst>
      <p:ext uri="{BB962C8B-B14F-4D97-AF65-F5344CB8AC3E}">
        <p14:creationId xmlns:p14="http://schemas.microsoft.com/office/powerpoint/2010/main" val="2333398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E860-E233-4473-777F-E2832E65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Changing Permissions (chmod)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DEC60E-4C29-A49B-2BDF-867A1AF57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Scenario: You downloaded a python exploit, but it won't run.</a:t>
            </a:r>
          </a:p>
          <a:p>
            <a:pPr marL="0" indent="0">
              <a:buNone/>
            </a:pPr>
            <a:r>
              <a:rPr lang="en-US" dirty="0"/>
              <a:t>• Reason: It lacks the Execute (x) permission.</a:t>
            </a:r>
          </a:p>
          <a:p>
            <a:pPr marL="0" indent="0">
              <a:buNone/>
            </a:pPr>
            <a:r>
              <a:rPr lang="en-US" dirty="0"/>
              <a:t>• Solution: </a:t>
            </a:r>
            <a:r>
              <a:rPr lang="en-US" dirty="0" err="1"/>
              <a:t>chmod</a:t>
            </a:r>
            <a:r>
              <a:rPr lang="en-US" dirty="0"/>
              <a:t> +x exploit.py</a:t>
            </a:r>
          </a:p>
        </p:txBody>
      </p:sp>
    </p:spTree>
    <p:extLst>
      <p:ext uri="{BB962C8B-B14F-4D97-AF65-F5344CB8AC3E}">
        <p14:creationId xmlns:p14="http://schemas.microsoft.com/office/powerpoint/2010/main" val="3502043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B7E1-DCB0-8902-6C40-455997547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Piping &amp; Grep (Power Tools)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48FF6-2923-5FF3-0B16-9766321B1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The Pipe (|): Takes output of left command -&gt; feeds to right command.</a:t>
            </a:r>
          </a:p>
          <a:p>
            <a:pPr marL="0" indent="0">
              <a:buNone/>
            </a:pPr>
            <a:r>
              <a:rPr lang="en-US" dirty="0"/>
              <a:t>• grep: Search for a specific string inside text.</a:t>
            </a:r>
          </a:p>
          <a:p>
            <a:pPr marL="0" indent="0">
              <a:buNone/>
            </a:pPr>
            <a:r>
              <a:rPr lang="en-US" dirty="0"/>
              <a:t>• CTF Scenario: Finding a password in a massive wordlist.</a:t>
            </a:r>
          </a:p>
          <a:p>
            <a:pPr marL="0" indent="0">
              <a:buNone/>
            </a:pPr>
            <a:r>
              <a:rPr lang="en-US" dirty="0"/>
              <a:t>• Command: cat rockyou.txt | grep 'admin123'</a:t>
            </a:r>
          </a:p>
        </p:txBody>
      </p:sp>
    </p:spTree>
    <p:extLst>
      <p:ext uri="{BB962C8B-B14F-4D97-AF65-F5344CB8AC3E}">
        <p14:creationId xmlns:p14="http://schemas.microsoft.com/office/powerpoint/2010/main" val="2125020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E46E1-10FA-B396-062B-09051B50B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Redirection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18C7F-8730-9D1A-E239-E1B481245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&gt; (Overwrite): Save output to a file (erases old content).</a:t>
            </a:r>
          </a:p>
          <a:p>
            <a:pPr marL="0" indent="0">
              <a:buNone/>
            </a:pPr>
            <a:r>
              <a:rPr lang="en-US" dirty="0"/>
              <a:t>    - echo 'Hacked' &gt; index.html</a:t>
            </a:r>
          </a:p>
          <a:p>
            <a:pPr marL="0" indent="0">
              <a:buNone/>
            </a:pPr>
            <a:r>
              <a:rPr lang="en-US" dirty="0"/>
              <a:t>• &gt;&gt; (Append): Add output to the end of a file.</a:t>
            </a:r>
          </a:p>
          <a:p>
            <a:pPr marL="0" indent="0">
              <a:buNone/>
            </a:pPr>
            <a:r>
              <a:rPr lang="en-US" dirty="0"/>
              <a:t>    - cat new_logs.txt &gt;&gt; history_logs.txt</a:t>
            </a:r>
          </a:p>
        </p:txBody>
      </p:sp>
    </p:spTree>
    <p:extLst>
      <p:ext uri="{BB962C8B-B14F-4D97-AF65-F5344CB8AC3E}">
        <p14:creationId xmlns:p14="http://schemas.microsoft.com/office/powerpoint/2010/main" val="2357463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28AD7-7772-E51F-4EAA-B21B1C6A2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Network Recon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AAD85-E68D-1143-40DA-7C11F23AD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Identity: </a:t>
            </a:r>
            <a:r>
              <a:rPr lang="en-US" dirty="0" err="1"/>
              <a:t>ip</a:t>
            </a:r>
            <a:r>
              <a:rPr lang="en-US" dirty="0"/>
              <a:t> a (Shows your IP address and Interface).</a:t>
            </a:r>
          </a:p>
          <a:p>
            <a:pPr marL="0" indent="0">
              <a:buNone/>
            </a:pPr>
            <a:r>
              <a:rPr lang="en-US" dirty="0"/>
              <a:t>• Connectivity: ping &lt;target&gt;</a:t>
            </a:r>
          </a:p>
          <a:p>
            <a:pPr marL="0" indent="0">
              <a:buNone/>
            </a:pPr>
            <a:r>
              <a:rPr lang="en-US" dirty="0"/>
              <a:t>    - Example: ping google.com</a:t>
            </a:r>
          </a:p>
          <a:p>
            <a:pPr marL="0" indent="0">
              <a:buNone/>
            </a:pPr>
            <a:r>
              <a:rPr lang="en-US" dirty="0"/>
              <a:t>    - Checks if the target is alive and reachable.</a:t>
            </a:r>
          </a:p>
        </p:txBody>
      </p:sp>
    </p:spTree>
    <p:extLst>
      <p:ext uri="{BB962C8B-B14F-4D97-AF65-F5344CB8AC3E}">
        <p14:creationId xmlns:p14="http://schemas.microsoft.com/office/powerpoint/2010/main" val="2397176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D241C-2038-FF2D-B625-C65578F5B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 Tips (Speed Hacks)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04031-6A65-0775-55B4-ABF6B3BBF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TAB Key: Auto-complete names and commands. (Best friend).</a:t>
            </a:r>
          </a:p>
          <a:p>
            <a:r>
              <a:rPr lang="en-US"/>
              <a:t>2. Up/Down Arrows: Cycle through command history.</a:t>
            </a:r>
          </a:p>
          <a:p>
            <a:r>
              <a:rPr lang="en-US"/>
              <a:t>3. Ctrl + C: Kill a process / Stop a command.</a:t>
            </a:r>
          </a:p>
          <a:p>
            <a:r>
              <a:rPr lang="en-US"/>
              <a:t>4. Ctrl + L: Clear the screen.</a:t>
            </a:r>
          </a:p>
        </p:txBody>
      </p:sp>
    </p:spTree>
    <p:extLst>
      <p:ext uri="{BB962C8B-B14F-4D97-AF65-F5344CB8AC3E}">
        <p14:creationId xmlns:p14="http://schemas.microsoft.com/office/powerpoint/2010/main" val="183904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DC10B-E63E-9513-B4D8-2BDE11AC6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C82FE-F606-A26B-1A16-FCE8A18D4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OverTheWire</a:t>
            </a:r>
            <a:r>
              <a:rPr lang="en-US" dirty="0"/>
              <a:t> (Bandit): Best game to learn Linux.</a:t>
            </a:r>
            <a:endParaRPr lang="ar-SA" dirty="0"/>
          </a:p>
          <a:p>
            <a:pPr marL="0" indent="0">
              <a:buNone/>
            </a:pPr>
            <a:r>
              <a:rPr lang="en-US" dirty="0"/>
              <a:t>https://overthewire.org/wargames/bandit/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TryHackMe</a:t>
            </a:r>
            <a:r>
              <a:rPr lang="en-US" dirty="0"/>
              <a:t>: Linux Fundamentals Room.</a:t>
            </a:r>
            <a:endParaRPr lang="ar-SA" dirty="0"/>
          </a:p>
          <a:p>
            <a:pPr marL="0" indent="0">
              <a:buNone/>
            </a:pPr>
            <a:r>
              <a:rPr lang="en-US" dirty="0"/>
              <a:t>https://tryhackme.com/module/linux-fundamentals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HackTheBox</a:t>
            </a:r>
            <a:r>
              <a:rPr lang="en-US" dirty="0"/>
              <a:t> Academy: Linux B</a:t>
            </a:r>
            <a:endParaRPr lang="ar-SA" dirty="0"/>
          </a:p>
          <a:p>
            <a:pPr marL="0" indent="0">
              <a:buNone/>
            </a:pPr>
            <a:r>
              <a:rPr lang="en-US" dirty="0"/>
              <a:t>https://academy.hackthebox.com/course/preview/linux-fundamentalsasics.</a:t>
            </a:r>
          </a:p>
        </p:txBody>
      </p:sp>
    </p:spTree>
    <p:extLst>
      <p:ext uri="{BB962C8B-B14F-4D97-AF65-F5344CB8AC3E}">
        <p14:creationId xmlns:p14="http://schemas.microsoft.com/office/powerpoint/2010/main" val="131900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B6362-2C1A-2D1C-28C4-FF26666A6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kahoot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440636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93382A2FB4C245B94C524C7A2DA286" ma:contentTypeVersion="1" ma:contentTypeDescription="Create a new document." ma:contentTypeScope="" ma:versionID="ef31ecea5356f30c2aa22d75e1e7604a">
  <xsd:schema xmlns:xsd="http://www.w3.org/2001/XMLSchema" xmlns:xs="http://www.w3.org/2001/XMLSchema" xmlns:p="http://schemas.microsoft.com/office/2006/metadata/properties" xmlns:ns3="91d256d7-2047-4ef5-a34a-fba62bf8305e" targetNamespace="http://schemas.microsoft.com/office/2006/metadata/properties" ma:root="true" ma:fieldsID="060878f66d1feba2d809c8e08bcebd60" ns3:_="">
    <xsd:import namespace="91d256d7-2047-4ef5-a34a-fba62bf8305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d256d7-2047-4ef5-a34a-fba62bf8305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7B496D8-E1A4-40D4-AF12-75DCFF97A92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0E26AE-DF8B-4DB2-A4B1-6B3C63C216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d256d7-2047-4ef5-a34a-fba62bf830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44175F-CB65-45B1-A136-D8FADDDCC5FE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purl.org/dc/terms/"/>
    <ds:schemaRef ds:uri="http://www.w3.org/XML/1998/namespace"/>
    <ds:schemaRef ds:uri="91d256d7-2047-4ef5-a34a-fba62bf8305e"/>
    <ds:schemaRef ds:uri="http://purl.org/dc/elements/1.1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977</Words>
  <Application>Microsoft Office PowerPoint</Application>
  <PresentationFormat>Widescreen</PresentationFormat>
  <Paragraphs>107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 Linux fundamentals: The Hacker’s Operating System</vt:lpstr>
      <vt:lpstr>Why Linux?</vt:lpstr>
      <vt:lpstr>GUI vs. CLI</vt:lpstr>
      <vt:lpstr>The File System Hierarchy</vt:lpstr>
      <vt:lpstr>Where Am I?</vt:lpstr>
      <vt:lpstr>Listing Content</vt:lpstr>
      <vt:lpstr>Teleportation (Changing Directories)</vt:lpstr>
      <vt:lpstr>File &amp; Folder Creation</vt:lpstr>
      <vt:lpstr>Copy &amp; Move</vt:lpstr>
      <vt:lpstr>Destruction (WARNING)</vt:lpstr>
      <vt:lpstr>Reading Content</vt:lpstr>
      <vt:lpstr>The Superuser (Permissions)</vt:lpstr>
      <vt:lpstr>Decoding Permissions</vt:lpstr>
      <vt:lpstr>Changing Permissions (chmod)</vt:lpstr>
      <vt:lpstr>Piping &amp; Grep (Power Tools)</vt:lpstr>
      <vt:lpstr>Redirection</vt:lpstr>
      <vt:lpstr>Network Recon</vt:lpstr>
      <vt:lpstr>Pro Tips (Speed Hacks)</vt:lpstr>
      <vt:lpstr>Resources</vt:lpstr>
      <vt:lpstr>kahoot!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محمد فيصل الفويس</dc:creator>
  <cp:lastModifiedBy>محمد فيصل الفويس</cp:lastModifiedBy>
  <cp:revision>2</cp:revision>
  <dcterms:created xsi:type="dcterms:W3CDTF">2026-02-04T10:56:51Z</dcterms:created>
  <dcterms:modified xsi:type="dcterms:W3CDTF">2026-02-04T11:18:24Z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96578f-6ae1-40cd-93dd-1a3b7a6ede66_Enabled">
    <vt:lpwstr>true</vt:lpwstr>
  </property>
  <property fmtid="{D5CDD505-2E9C-101B-9397-08002B2CF9AE}" pid="3" name="MSIP_Label_b196578f-6ae1-40cd-93dd-1a3b7a6ede66_SetDate">
    <vt:lpwstr>2026-02-04T11:16:24Z</vt:lpwstr>
  </property>
  <property fmtid="{D5CDD505-2E9C-101B-9397-08002B2CF9AE}" pid="4" name="MSIP_Label_b196578f-6ae1-40cd-93dd-1a3b7a6ede66_Method">
    <vt:lpwstr>Standard</vt:lpwstr>
  </property>
  <property fmtid="{D5CDD505-2E9C-101B-9397-08002B2CF9AE}" pid="5" name="MSIP_Label_b196578f-6ae1-40cd-93dd-1a3b7a6ede66_Name">
    <vt:lpwstr>Public - عام</vt:lpwstr>
  </property>
  <property fmtid="{D5CDD505-2E9C-101B-9397-08002B2CF9AE}" pid="6" name="MSIP_Label_b196578f-6ae1-40cd-93dd-1a3b7a6ede66_SiteId">
    <vt:lpwstr>2c86bbfc-8d04-41ff-a83a-942f075e0f60</vt:lpwstr>
  </property>
  <property fmtid="{D5CDD505-2E9C-101B-9397-08002B2CF9AE}" pid="7" name="MSIP_Label_b196578f-6ae1-40cd-93dd-1a3b7a6ede66_ActionId">
    <vt:lpwstr>5abdeb2c-8f03-473f-8ece-9f5a5641cf3f</vt:lpwstr>
  </property>
  <property fmtid="{D5CDD505-2E9C-101B-9397-08002B2CF9AE}" pid="8" name="MSIP_Label_b196578f-6ae1-40cd-93dd-1a3b7a6ede66_ContentBits">
    <vt:lpwstr>0</vt:lpwstr>
  </property>
  <property fmtid="{D5CDD505-2E9C-101B-9397-08002B2CF9AE}" pid="9" name="MSIP_Label_b196578f-6ae1-40cd-93dd-1a3b7a6ede66_Tag">
    <vt:lpwstr>10, 3, 0, 1</vt:lpwstr>
  </property>
  <property fmtid="{D5CDD505-2E9C-101B-9397-08002B2CF9AE}" pid="10" name="ContentTypeId">
    <vt:lpwstr>0x0101005293382A2FB4C245B94C524C7A2DA286</vt:lpwstr>
  </property>
</Properties>
</file>